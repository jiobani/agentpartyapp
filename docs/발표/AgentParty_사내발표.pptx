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19cee6945a4469" /><Relationship Type="http://schemas.openxmlformats.org/officeDocument/2006/relationships/extended-properties" Target="/docProps/app.xml" Id="Rc3ef10ab91b94881" /><Relationship Type="http://schemas.openxmlformats.org/officeDocument/2006/relationships/officeDocument" Target="/ppt/presentation.xml" Id="R5c056313452345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686739bcb64246"/>
  </p:sldMasterIdLst>
  <p:notesMasterIdLst>
    <p:notesMasterId xmlns:r="http://schemas.openxmlformats.org/officeDocument/2006/relationships" r:id="R400fbd5f5f30409d"/>
  </p:notesMasterIdLst>
  <p:sldIdLst>
    <p:sldId xmlns:r="http://schemas.openxmlformats.org/officeDocument/2006/relationships" id="256" r:id="R7c59e57a7d104856"/>
    <p:sldId xmlns:r="http://schemas.openxmlformats.org/officeDocument/2006/relationships" id="257" r:id="R4aa5c2fc05494832"/>
    <p:sldId xmlns:r="http://schemas.openxmlformats.org/officeDocument/2006/relationships" id="258" r:id="Rc74fbb64a72b4165"/>
    <p:sldId xmlns:r="http://schemas.openxmlformats.org/officeDocument/2006/relationships" id="259" r:id="Rb3eea8d4e2b84b33"/>
    <p:sldId xmlns:r="http://schemas.openxmlformats.org/officeDocument/2006/relationships" id="260" r:id="R43e4e060a714496a"/>
    <p:sldId xmlns:r="http://schemas.openxmlformats.org/officeDocument/2006/relationships" id="261" r:id="R8c6e95fe9d744088"/>
    <p:sldId xmlns:r="http://schemas.openxmlformats.org/officeDocument/2006/relationships" id="262" r:id="Re4fd38337cee4010"/>
    <p:sldId xmlns:r="http://schemas.openxmlformats.org/officeDocument/2006/relationships" id="263" r:id="R117ce0b3ee33433c"/>
    <p:sldId xmlns:r="http://schemas.openxmlformats.org/officeDocument/2006/relationships" id="264" r:id="R02aaf79923104d31"/>
    <p:sldId xmlns:r="http://schemas.openxmlformats.org/officeDocument/2006/relationships" id="265" r:id="R0836e25bbf3d4c34"/>
    <p:sldId xmlns:r="http://schemas.openxmlformats.org/officeDocument/2006/relationships" id="266" r:id="Rea888b37240b4c6b"/>
    <p:sldId xmlns:r="http://schemas.openxmlformats.org/officeDocument/2006/relationships" id="267" r:id="Rc0d34c07148040ac"/>
    <p:sldId xmlns:r="http://schemas.openxmlformats.org/officeDocument/2006/relationships" id="268" r:id="R4cb9275035b74ca3"/>
    <p:sldId xmlns:r="http://schemas.openxmlformats.org/officeDocument/2006/relationships" id="269" r:id="Ra306cb365dbd4fff"/>
    <p:sldId xmlns:r="http://schemas.openxmlformats.org/officeDocument/2006/relationships" id="270" r:id="R60adc7c6e19845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3f750e9df14923" /><Relationship Type="http://schemas.openxmlformats.org/officeDocument/2006/relationships/slideMaster" Target="/ppt/slideMasters/slideMaster1.xml" Id="R68686739bcb64246" /><Relationship Type="http://schemas.openxmlformats.org/officeDocument/2006/relationships/notesMaster" Target="/ppt/notesMasters/notesMaster1.xml" Id="R400fbd5f5f30409d" /><Relationship Type="http://schemas.openxmlformats.org/officeDocument/2006/relationships/presProps" Target="/ppt/presProps.xml" Id="R66a20bd415ae4292" /><Relationship Type="http://schemas.openxmlformats.org/officeDocument/2006/relationships/tableStyles" Target="/ppt/tableStyles.xml" Id="R0babcda4d8c1408f" /><Relationship Type="http://schemas.openxmlformats.org/officeDocument/2006/relationships/slide" Target="/ppt/slides/slide1.xml" Id="R7c59e57a7d104856" /><Relationship Type="http://schemas.openxmlformats.org/officeDocument/2006/relationships/slide" Target="/ppt/slides/slide2.xml" Id="R4aa5c2fc05494832" /><Relationship Type="http://schemas.openxmlformats.org/officeDocument/2006/relationships/slide" Target="/ppt/slides/slide3.xml" Id="Rc74fbb64a72b4165" /><Relationship Type="http://schemas.openxmlformats.org/officeDocument/2006/relationships/slide" Target="/ppt/slides/slide4.xml" Id="Rb3eea8d4e2b84b33" /><Relationship Type="http://schemas.openxmlformats.org/officeDocument/2006/relationships/slide" Target="/ppt/slides/slide5.xml" Id="R43e4e060a714496a" /><Relationship Type="http://schemas.openxmlformats.org/officeDocument/2006/relationships/slide" Target="/ppt/slides/slide6.xml" Id="R8c6e95fe9d744088" /><Relationship Type="http://schemas.openxmlformats.org/officeDocument/2006/relationships/slide" Target="/ppt/slides/slide7.xml" Id="Re4fd38337cee4010" /><Relationship Type="http://schemas.openxmlformats.org/officeDocument/2006/relationships/slide" Target="/ppt/slides/slide8.xml" Id="R117ce0b3ee33433c" /><Relationship Type="http://schemas.openxmlformats.org/officeDocument/2006/relationships/slide" Target="/ppt/slides/slide9.xml" Id="R02aaf79923104d31" /><Relationship Type="http://schemas.openxmlformats.org/officeDocument/2006/relationships/slide" Target="/ppt/slides/slide10.xml" Id="R0836e25bbf3d4c34" /><Relationship Type="http://schemas.openxmlformats.org/officeDocument/2006/relationships/slide" Target="/ppt/slides/slide11.xml" Id="Rea888b37240b4c6b" /><Relationship Type="http://schemas.openxmlformats.org/officeDocument/2006/relationships/slide" Target="/ppt/slides/slide12.xml" Id="Rc0d34c07148040ac" /><Relationship Type="http://schemas.openxmlformats.org/officeDocument/2006/relationships/slide" Target="/ppt/slides/slide13.xml" Id="R4cb9275035b74ca3" /><Relationship Type="http://schemas.openxmlformats.org/officeDocument/2006/relationships/slide" Target="/ppt/slides/slide14.xml" Id="Ra306cb365dbd4fff" /><Relationship Type="http://schemas.openxmlformats.org/officeDocument/2006/relationships/slide" Target="/ppt/slides/slide15.xml" Id="R60adc7c6e19845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41eab8e6dd4d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ba88ca0da3488a" /><Relationship Type="http://schemas.openxmlformats.org/officeDocument/2006/relationships/notesMaster" Target="/ppt/notesMasters/notesMaster1.xml" Id="R2478fca79e6545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302d9fcba64c19" /><Relationship Type="http://schemas.openxmlformats.org/officeDocument/2006/relationships/notesMaster" Target="/ppt/notesMasters/notesMaster1.xml" Id="R910197cefe8646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29873ef1c846d3" /><Relationship Type="http://schemas.openxmlformats.org/officeDocument/2006/relationships/notesMaster" Target="/ppt/notesMasters/notesMaster1.xml" Id="Rccc2ea1410be42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257bbd72634369" /><Relationship Type="http://schemas.openxmlformats.org/officeDocument/2006/relationships/notesMaster" Target="/ppt/notesMasters/notesMaster1.xml" Id="Rd0ee54e3631e4b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4320b6c1fe4ced" /><Relationship Type="http://schemas.openxmlformats.org/officeDocument/2006/relationships/notesMaster" Target="/ppt/notesMasters/notesMaster1.xml" Id="R388b6001a82647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35d4dd35344f6d" /><Relationship Type="http://schemas.openxmlformats.org/officeDocument/2006/relationships/notesMaster" Target="/ppt/notesMasters/notesMaster1.xml" Id="R2f14fb3a3a984e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fa89d60dbd4a17" /><Relationship Type="http://schemas.openxmlformats.org/officeDocument/2006/relationships/notesMaster" Target="/ppt/notesMasters/notesMaster1.xml" Id="R4b660f3c6aa143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0e606482a34ce2" /><Relationship Type="http://schemas.openxmlformats.org/officeDocument/2006/relationships/notesMaster" Target="/ppt/notesMasters/notesMaster1.xml" Id="R84a3dbf7952f4c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2c2cba2ad14ab7" /><Relationship Type="http://schemas.openxmlformats.org/officeDocument/2006/relationships/notesMaster" Target="/ppt/notesMasters/notesMaster1.xml" Id="R206565ffb92e4e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f7622974ae4a1e" /><Relationship Type="http://schemas.openxmlformats.org/officeDocument/2006/relationships/notesMaster" Target="/ppt/notesMasters/notesMaster1.xml" Id="R9d3c9f471b8249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4ebc7b8b39461a" /><Relationship Type="http://schemas.openxmlformats.org/officeDocument/2006/relationships/notesMaster" Target="/ppt/notesMasters/notesMaster1.xml" Id="R77918197331145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6c102452304268" /><Relationship Type="http://schemas.openxmlformats.org/officeDocument/2006/relationships/notesMaster" Target="/ppt/notesMasters/notesMaster1.xml" Id="R6aade3b27a3645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25159f0131499d" /><Relationship Type="http://schemas.openxmlformats.org/officeDocument/2006/relationships/notesMaster" Target="/ppt/notesMasters/notesMaster1.xml" Id="R680b3163b82b48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907b6a6af849e2" /><Relationship Type="http://schemas.openxmlformats.org/officeDocument/2006/relationships/notesMaster" Target="/ppt/notesMasters/notesMaster1.xml" Id="R2ff694175b5e47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3432514887462b" /><Relationship Type="http://schemas.openxmlformats.org/officeDocument/2006/relationships/notesMaster" Target="/ppt/notesMasters/notesMaster1.xml" Id="Re86e0c2f6cd04d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4e038efbf4a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ec2cbd65944b51" /><Relationship Type="http://schemas.openxmlformats.org/officeDocument/2006/relationships/slideLayout" Target="/ppt/slideLayouts/slideLayout1.xml" Id="R58a552ea190b4a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a552ea190b4a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00be99d654865" /><Relationship Type="http://schemas.openxmlformats.org/officeDocument/2006/relationships/notesSlide" Target="/ppt/notesSlides/notesSlide1.xml" Id="Rb6a8fa2fa78944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7dd2be8094370" /><Relationship Type="http://schemas.openxmlformats.org/officeDocument/2006/relationships/notesSlide" Target="/ppt/notesSlides/notesSlide2.xml" Id="R6306175b1dab45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369b98f514c96" /><Relationship Type="http://schemas.openxmlformats.org/officeDocument/2006/relationships/notesSlide" Target="/ppt/notesSlides/notesSlide3.xml" Id="R5b160a3b962641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0a15e0fe7411f" /><Relationship Type="http://schemas.openxmlformats.org/officeDocument/2006/relationships/notesSlide" Target="/ppt/notesSlides/notesSlide4.xml" Id="R7c8b67882efc42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b529d41c749ea" /><Relationship Type="http://schemas.openxmlformats.org/officeDocument/2006/relationships/image" Target="/ppt/media/image.png" Id="R8c043d190ff84330" /><Relationship Type="http://schemas.openxmlformats.org/officeDocument/2006/relationships/notesSlide" Target="/ppt/notesSlides/notesSlide5.xml" Id="R332f6bb793e144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6e6edfbb5446f" /><Relationship Type="http://schemas.openxmlformats.org/officeDocument/2006/relationships/notesSlide" Target="/ppt/notesSlides/notesSlide6.xml" Id="R6a60a4280e494e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c5956fb664c8a" /><Relationship Type="http://schemas.openxmlformats.org/officeDocument/2006/relationships/notesSlide" Target="/ppt/notesSlides/notesSlide7.xml" Id="R05d2d8dda9d94a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d44125d9d462e" /><Relationship Type="http://schemas.openxmlformats.org/officeDocument/2006/relationships/image" Target="/ppt/media/image2.png" Id="R7aeb8f2a3f754d26" /><Relationship Type="http://schemas.openxmlformats.org/officeDocument/2006/relationships/notesSlide" Target="/ppt/notesSlides/notesSlide8.xml" Id="Rc3d6a007b3fc4b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26779e18c4954" /><Relationship Type="http://schemas.openxmlformats.org/officeDocument/2006/relationships/image" Target="/ppt/media/image3.png" Id="Rab5b95370850490b" /><Relationship Type="http://schemas.openxmlformats.org/officeDocument/2006/relationships/notesSlide" Target="/ppt/notesSlides/notesSlide9.xml" Id="R4f67860484f744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bd120a4844005" /><Relationship Type="http://schemas.openxmlformats.org/officeDocument/2006/relationships/image" Target="/ppt/media/image4.png" Id="R10ec8054641b40a8" /><Relationship Type="http://schemas.openxmlformats.org/officeDocument/2006/relationships/image" Target="/ppt/media/image5.png" Id="Rc665dd11c2c54fb4" /><Relationship Type="http://schemas.openxmlformats.org/officeDocument/2006/relationships/notesSlide" Target="/ppt/notesSlides/notesSlide10.xml" Id="Rd925e6ab307c47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f5e3130bb437a" /><Relationship Type="http://schemas.openxmlformats.org/officeDocument/2006/relationships/image" Target="/ppt/media/image6.png" Id="Rc39fc25986b04203" /><Relationship Type="http://schemas.openxmlformats.org/officeDocument/2006/relationships/notesSlide" Target="/ppt/notesSlides/notesSlide11.xml" Id="R162e2355383e49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16669fd1a484c" /><Relationship Type="http://schemas.openxmlformats.org/officeDocument/2006/relationships/image" Target="/ppt/media/image7.png" Id="R404aef6e4a374941" /><Relationship Type="http://schemas.openxmlformats.org/officeDocument/2006/relationships/notesSlide" Target="/ppt/notesSlides/notesSlide12.xml" Id="R33bbe219efae43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22e9e16424782" /><Relationship Type="http://schemas.openxmlformats.org/officeDocument/2006/relationships/notesSlide" Target="/ppt/notesSlides/notesSlide13.xml" Id="Ra43054150ba040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a8c1fd0484a48" /><Relationship Type="http://schemas.openxmlformats.org/officeDocument/2006/relationships/notesSlide" Target="/ppt/notesSlides/notesSlide14.xml" Id="Ra52b5c79b32d4b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0ff8d49934a23" /><Relationship Type="http://schemas.openxmlformats.org/officeDocument/2006/relationships/notesSlide" Target="/ppt/notesSlides/notesSlide15.xml" Id="R0722a954bbf245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">
            <a:extLst xmlns:a="http://schemas.openxmlformats.org/drawingml/2006/main">
              <a:ext uri="{FF2B5EF4-FFF2-40B4-BE49-F238E27FC236}">
                <a16:creationId xmlns:a16="http://schemas.microsoft.com/office/drawing/2014/main" id="{781481B8-4116-401C-B10E-317F8E66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3810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AgentParty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26B0190-2884-4F13-81F1-48B02700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9334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역할과 컨텍스트가 분리된
AI 팀을 운영하다</a:t>
            </a:r>
          </a:p>
        </p:txBody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50C194A5-963C-4250-9FE8-05B5674F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8792B20-DF57-4850-9E8E-1056B98C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685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사내 발표 · 멀티 에이전트 개발 워크벤치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772EC8B-B18D-48C4-9F7A-FF651C5F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컨텍스트 분리  |  독립 세션  |  직접 협업  |  통제 가능한 자동화</a:t>
            </a:r>
          </a:p>
        </p:txBody>
      </p:sp>
    </p:spTree>
    <p:extLst>
      <p:ext uri="{BB962C8B-B14F-4D97-AF65-F5344CB8AC3E}">
        <p14:creationId xmlns:p14="http://schemas.microsoft.com/office/powerpoint/2010/main" val="1618697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6">
            <a:extLst xmlns:a="http://schemas.openxmlformats.org/drawingml/2006/main">
              <a:ext uri="{FF2B5EF4-FFF2-40B4-BE49-F238E27FC236}">
                <a16:creationId xmlns:a16="http://schemas.microsoft.com/office/drawing/2014/main" id="{B0211205-5AA8-4184-BE7D-F2597B8C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01 · 문제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CAFF88B4-B89E-4EBB-A2FA-4C138417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한 세션에 모든 일을 맡기면 맥락이 뒤섞인다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67F4D92E-924C-4FB1-8A53-A5129E1C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4" name="shape-9">
            <a:extLst xmlns:a="http://schemas.openxmlformats.org/drawingml/2006/main">
              <a:ext uri="{FF2B5EF4-FFF2-40B4-BE49-F238E27FC236}">
                <a16:creationId xmlns:a16="http://schemas.microsoft.com/office/drawing/2014/main" id="{163CC41C-2DEC-4932-A5EE-6EE7D925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CD4"/>
          </a:solidFill>
        </p:spPr>
      </p:sp>
      <p:sp>
        <p:nvSpPr>
          <p:cNvPr id="5" name="shape-10">
            <a:extLst xmlns:a="http://schemas.openxmlformats.org/drawingml/2006/main">
              <a:ext uri="{FF2B5EF4-FFF2-40B4-BE49-F238E27FC236}">
                <a16:creationId xmlns:a16="http://schemas.microsoft.com/office/drawing/2014/main" id="{A3BBD026-5999-4B34-8E3C-7E6BF15D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DEF240AB-1E06-4274-89E0-32DCC2A1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요구사항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1AC62112-B132-4E3A-B64E-795F5510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결정과 미결 사항</a:t>
            </a:r>
          </a:p>
        </p:txBody>
      </p:sp>
      <p:sp>
        <p:nvSpPr>
          <p:cNvPr id="8" name="shape-13">
            <a:extLst xmlns:a="http://schemas.openxmlformats.org/drawingml/2006/main">
              <a:ext uri="{FF2B5EF4-FFF2-40B4-BE49-F238E27FC236}">
                <a16:creationId xmlns:a16="http://schemas.microsoft.com/office/drawing/2014/main" id="{916E3EFD-A5C8-45B5-AA39-2679AB48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91F313B1-E870-4AD3-8AC7-AF4DD5BF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설계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B4CC543E-C791-4E17-AE47-8B5875CC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100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구조와 정책</a:t>
            </a:r>
          </a:p>
        </p:txBody>
      </p:sp>
      <p:sp>
        <p:nvSpPr>
          <p:cNvPr id="11" name="shape-16">
            <a:extLst xmlns:a="http://schemas.openxmlformats.org/drawingml/2006/main">
              <a:ext uri="{FF2B5EF4-FFF2-40B4-BE49-F238E27FC236}">
                <a16:creationId xmlns:a16="http://schemas.microsoft.com/office/drawing/2014/main" id="{E909729E-49F3-45A7-9532-67BC27B2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</p:spPr>
      </p:sp>
      <p:sp>
        <p:nvSpPr>
          <p:cNvPr id="12" name="text-17">
            <a:extLst xmlns:a="http://schemas.openxmlformats.org/drawingml/2006/main">
              <a:ext uri="{FF2B5EF4-FFF2-40B4-BE49-F238E27FC236}">
                <a16:creationId xmlns:a16="http://schemas.microsoft.com/office/drawing/2014/main" id="{A250663E-C59C-4AC4-BCAF-DF8D2C6E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구현</a:t>
            </a:r>
          </a:p>
        </p:txBody>
      </p:sp>
      <p:sp>
        <p:nvSpPr>
          <p:cNvPr id="13" name="text-18">
            <a:extLst xmlns:a="http://schemas.openxmlformats.org/drawingml/2006/main">
              <a:ext uri="{FF2B5EF4-FFF2-40B4-BE49-F238E27FC236}">
                <a16:creationId xmlns:a16="http://schemas.microsoft.com/office/drawing/2014/main" id="{0F994CA7-539A-4683-9D67-48D7D053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코드와 예외</a:t>
            </a:r>
          </a:p>
        </p:txBody>
      </p:sp>
      <p:sp>
        <p:nvSpPr>
          <p:cNvPr id="14" name="shape-19">
            <a:extLst xmlns:a="http://schemas.openxmlformats.org/drawingml/2006/main">
              <a:ext uri="{FF2B5EF4-FFF2-40B4-BE49-F238E27FC236}">
                <a16:creationId xmlns:a16="http://schemas.microsoft.com/office/drawing/2014/main" id="{66234D46-BD54-4482-93D9-3FD45E41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5" name="text-20">
            <a:extLst xmlns:a="http://schemas.openxmlformats.org/drawingml/2006/main">
              <a:ext uri="{FF2B5EF4-FFF2-40B4-BE49-F238E27FC236}">
                <a16:creationId xmlns:a16="http://schemas.microsoft.com/office/drawing/2014/main" id="{7DD0AFE2-8193-47D1-AC96-61ECD9AA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337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테스트</a:t>
            </a:r>
          </a:p>
        </p:txBody>
      </p:sp>
      <p:sp>
        <p:nvSpPr>
          <p:cNvPr id="16" name="text-21">
            <a:extLst xmlns:a="http://schemas.openxmlformats.org/drawingml/2006/main">
              <a:ext uri="{FF2B5EF4-FFF2-40B4-BE49-F238E27FC236}">
                <a16:creationId xmlns:a16="http://schemas.microsoft.com/office/drawing/2014/main" id="{00B5DE6B-790A-4D1B-AD41-1A557EEC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100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검증과 수정</a:t>
            </a:r>
          </a:p>
        </p:txBody>
      </p:sp>
      <p:sp>
        <p:nvSpPr>
          <p:cNvPr id="17" name="shape-22">
            <a:extLst xmlns:a="http://schemas.openxmlformats.org/drawingml/2006/main">
              <a:ext uri="{FF2B5EF4-FFF2-40B4-BE49-F238E27FC236}">
                <a16:creationId xmlns:a16="http://schemas.microsoft.com/office/drawing/2014/main" id="{20D3D0C4-D121-40BF-B352-8B7B537E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572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E6C48C"/>
            </a:solidFill>
            <a:prstDash val="solid"/>
          </a:ln>
        </p:spPr>
      </p:sp>
      <p:sp>
        <p:nvSpPr>
          <p:cNvPr id="18" name="text-23">
            <a:extLst xmlns:a="http://schemas.openxmlformats.org/drawingml/2006/main">
              <a:ext uri="{FF2B5EF4-FFF2-40B4-BE49-F238E27FC236}">
                <a16:creationId xmlns:a16="http://schemas.microsoft.com/office/drawing/2014/main" id="{FB16EF59-2DA1-4FC0-A37C-981938CB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81575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8A18"/>
                </a:solidFill>
                <a:latin typeface="Malgun Gothic"/>
                <a:ea typeface="Malgun Gothic"/>
                <a:cs typeface="Malgun Gothic"/>
              </a:defRPr>
            </a:pPr>
            <a:r>
              <a:t>구현 중 누락 발견</a:t>
            </a:r>
          </a:p>
        </p:txBody>
      </p:sp>
      <p:sp>
        <p:nvSpPr>
          <p:cNvPr id="19" name="text-24">
            <a:extLst xmlns:a="http://schemas.openxmlformats.org/drawingml/2006/main">
              <a:ext uri="{FF2B5EF4-FFF2-40B4-BE49-F238E27FC236}">
                <a16:creationId xmlns:a16="http://schemas.microsoft.com/office/drawing/2014/main" id="{8C737B40-F1CE-47A4-A035-C5D0C70B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53050"/>
            <a:ext cx="381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다시 조사 → 요구사항·설계 수정</a:t>
            </a:r>
          </a:p>
        </p:txBody>
      </p:sp>
      <p:sp>
        <p:nvSpPr>
          <p:cNvPr id="20" name="shape-25">
            <a:extLst xmlns:a="http://schemas.openxmlformats.org/drawingml/2006/main">
              <a:ext uri="{FF2B5EF4-FFF2-40B4-BE49-F238E27FC236}">
                <a16:creationId xmlns:a16="http://schemas.microsoft.com/office/drawing/2014/main" id="{6763B1D9-CC42-455A-916B-7426C0A0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361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18"/>
          </a:solidFill>
        </p:spPr>
      </p:sp>
      <p:sp>
        <p:nvSpPr>
          <p:cNvPr id="21" name="text-26">
            <a:extLst xmlns:a="http://schemas.openxmlformats.org/drawingml/2006/main">
              <a:ext uri="{FF2B5EF4-FFF2-40B4-BE49-F238E27FC236}">
                <a16:creationId xmlns:a16="http://schemas.microsoft.com/office/drawing/2014/main" id="{043DA2AE-5EA2-4883-8498-F4E359D6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4953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현재 어디까지 왔는지 놓치기 쉽다</a:t>
            </a:r>
          </a:p>
        </p:txBody>
      </p:sp>
    </p:spTree>
    <p:extLst>
      <p:ext uri="{BB962C8B-B14F-4D97-AF65-F5344CB8AC3E}">
        <p14:creationId xmlns:p14="http://schemas.microsoft.com/office/powerpoint/2010/main" val="804820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27">
            <a:extLst xmlns:a="http://schemas.openxmlformats.org/drawingml/2006/main">
              <a:ext uri="{FF2B5EF4-FFF2-40B4-BE49-F238E27FC236}">
                <a16:creationId xmlns:a16="http://schemas.microsoft.com/office/drawing/2014/main" id="{2048004B-CBA9-4112-AB93-C3B7A2BC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01 · 문제</a:t>
            </a:r>
          </a:p>
        </p:txBody>
      </p:sp>
      <p:sp>
        <p:nvSpPr>
          <p:cNvPr id="2" name="text-28">
            <a:extLst xmlns:a="http://schemas.openxmlformats.org/drawingml/2006/main">
              <a:ext uri="{FF2B5EF4-FFF2-40B4-BE49-F238E27FC236}">
                <a16:creationId xmlns:a16="http://schemas.microsoft.com/office/drawing/2014/main" id="{330EF6E5-FEF6-4542-9369-BD9C821A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작은 요구 하나가 여러 종류의 조사로 번진다</a:t>
            </a:r>
          </a:p>
        </p:txBody>
      </p:sp>
      <p:sp>
        <p:nvSpPr>
          <p:cNvPr id="3" name="text-29">
            <a:extLst xmlns:a="http://schemas.openxmlformats.org/drawingml/2006/main">
              <a:ext uri="{FF2B5EF4-FFF2-40B4-BE49-F238E27FC236}">
                <a16:creationId xmlns:a16="http://schemas.microsoft.com/office/drawing/2014/main" id="{01E00547-EC91-45AF-9678-5272FC2D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4" name="shape-30">
            <a:extLst xmlns:a="http://schemas.openxmlformats.org/drawingml/2006/main">
              <a:ext uri="{FF2B5EF4-FFF2-40B4-BE49-F238E27FC236}">
                <a16:creationId xmlns:a16="http://schemas.microsoft.com/office/drawing/2014/main" id="{99A61A25-9110-4DFD-BAFE-8D76B9BD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</p:spPr>
      </p:sp>
      <p:sp>
        <p:nvSpPr>
          <p:cNvPr id="5" name="shape-31">
            <a:extLst xmlns:a="http://schemas.openxmlformats.org/drawingml/2006/main">
              <a:ext uri="{FF2B5EF4-FFF2-40B4-BE49-F238E27FC236}">
                <a16:creationId xmlns:a16="http://schemas.microsoft.com/office/drawing/2014/main" id="{033143AB-5B58-4FCC-9F62-DC9BE828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6" name="text-32">
            <a:extLst xmlns:a="http://schemas.openxmlformats.org/drawingml/2006/main">
              <a:ext uri="{FF2B5EF4-FFF2-40B4-BE49-F238E27FC236}">
                <a16:creationId xmlns:a16="http://schemas.microsoft.com/office/drawing/2014/main" id="{E0BE6E97-2256-4520-8AFC-7280D2D5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7" name="text-33">
            <a:extLst xmlns:a="http://schemas.openxmlformats.org/drawingml/2006/main">
              <a:ext uri="{FF2B5EF4-FFF2-40B4-BE49-F238E27FC236}">
                <a16:creationId xmlns:a16="http://schemas.microsoft.com/office/drawing/2014/main" id="{ECE8CA56-4F35-491F-8A1A-0B8B28A0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최초 요구</a:t>
            </a:r>
          </a:p>
        </p:txBody>
      </p:sp>
      <p:sp>
        <p:nvSpPr>
          <p:cNvPr id="8" name="text-34">
            <a:extLst xmlns:a="http://schemas.openxmlformats.org/drawingml/2006/main">
              <a:ext uri="{FF2B5EF4-FFF2-40B4-BE49-F238E27FC236}">
                <a16:creationId xmlns:a16="http://schemas.microsoft.com/office/drawing/2014/main" id="{39EE3F1D-2DB6-4D8B-AC79-F0184A58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304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상품명 매칭 시
작업 기록을 남긴다</a:t>
            </a:r>
          </a:p>
        </p:txBody>
      </p:sp>
      <p:sp>
        <p:nvSpPr>
          <p:cNvPr id="9" name="shape-35">
            <a:extLst xmlns:a="http://schemas.openxmlformats.org/drawingml/2006/main">
              <a:ext uri="{FF2B5EF4-FFF2-40B4-BE49-F238E27FC236}">
                <a16:creationId xmlns:a16="http://schemas.microsoft.com/office/drawing/2014/main" id="{08DD25AC-798D-444D-94CD-EFA9F439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6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18"/>
          </a:solidFill>
        </p:spPr>
      </p:sp>
      <p:sp>
        <p:nvSpPr>
          <p:cNvPr id="10" name="text-36">
            <a:extLst xmlns:a="http://schemas.openxmlformats.org/drawingml/2006/main">
              <a:ext uri="{FF2B5EF4-FFF2-40B4-BE49-F238E27FC236}">
                <a16:creationId xmlns:a16="http://schemas.microsoft.com/office/drawing/2014/main" id="{81F50EFC-49FE-4624-A99E-4B3A09FA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2880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1" name="text-37">
            <a:extLst xmlns:a="http://schemas.openxmlformats.org/drawingml/2006/main">
              <a:ext uri="{FF2B5EF4-FFF2-40B4-BE49-F238E27FC236}">
                <a16:creationId xmlns:a16="http://schemas.microsoft.com/office/drawing/2014/main" id="{68DB6439-F7E5-4828-A78B-C833FA42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285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구현 중 발견</a:t>
            </a:r>
          </a:p>
        </p:txBody>
      </p:sp>
      <p:sp>
        <p:nvSpPr>
          <p:cNvPr id="12" name="text-38">
            <a:extLst xmlns:a="http://schemas.openxmlformats.org/drawingml/2006/main">
              <a:ext uri="{FF2B5EF4-FFF2-40B4-BE49-F238E27FC236}">
                <a16:creationId xmlns:a16="http://schemas.microsoft.com/office/drawing/2014/main" id="{AAFE5147-D99F-42C4-B8EE-EB3534C7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304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코드 매칭과 재고 매칭이라는
별도 흐름이 존재한다</a:t>
            </a:r>
          </a:p>
        </p:txBody>
      </p:sp>
      <p:sp>
        <p:nvSpPr>
          <p:cNvPr id="13" name="shape-39">
            <a:extLst xmlns:a="http://schemas.openxmlformats.org/drawingml/2006/main">
              <a:ext uri="{FF2B5EF4-FFF2-40B4-BE49-F238E27FC236}">
                <a16:creationId xmlns:a16="http://schemas.microsoft.com/office/drawing/2014/main" id="{53E824B8-DCEA-479B-A311-46438682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76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4" name="text-40">
            <a:extLst xmlns:a="http://schemas.openxmlformats.org/drawingml/2006/main">
              <a:ext uri="{FF2B5EF4-FFF2-40B4-BE49-F238E27FC236}">
                <a16:creationId xmlns:a16="http://schemas.microsoft.com/office/drawing/2014/main" id="{197C641A-2B96-4DE0-ABD1-D1C17570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2880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5" name="text-41">
            <a:extLst xmlns:a="http://schemas.openxmlformats.org/drawingml/2006/main">
              <a:ext uri="{FF2B5EF4-FFF2-40B4-BE49-F238E27FC236}">
                <a16:creationId xmlns:a16="http://schemas.microsoft.com/office/drawing/2014/main" id="{F7EBF499-238F-4AEB-ADC2-9F9FFDD7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285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다시 확인할 것</a:t>
            </a:r>
          </a:p>
        </p:txBody>
      </p:sp>
      <p:sp>
        <p:nvSpPr>
          <p:cNvPr id="16" name="text-42">
            <a:extLst xmlns:a="http://schemas.openxmlformats.org/drawingml/2006/main">
              <a:ext uri="{FF2B5EF4-FFF2-40B4-BE49-F238E27FC236}">
                <a16:creationId xmlns:a16="http://schemas.microsoft.com/office/drawing/2014/main" id="{494C563D-681B-4B58-98B5-84A115EA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33800"/>
            <a:ext cx="304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덮어쓰기 조건 · 키워드 등록
기록 시점 · 흐름 간 관계</a:t>
            </a:r>
          </a:p>
        </p:txBody>
      </p:sp>
      <p:sp>
        <p:nvSpPr>
          <p:cNvPr id="17" name="shape-43">
            <a:extLst xmlns:a="http://schemas.openxmlformats.org/drawingml/2006/main">
              <a:ext uri="{FF2B5EF4-FFF2-40B4-BE49-F238E27FC236}">
                <a16:creationId xmlns:a16="http://schemas.microsoft.com/office/drawing/2014/main" id="{72D3198B-0BC6-452B-9826-C408E6F4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18" name="text-44">
            <a:extLst xmlns:a="http://schemas.openxmlformats.org/drawingml/2006/main">
              <a:ext uri="{FF2B5EF4-FFF2-40B4-BE49-F238E27FC236}">
                <a16:creationId xmlns:a16="http://schemas.microsoft.com/office/drawing/2014/main" id="{4117380D-BAE5-41CC-AF95-24A53F73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0191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4FBA"/>
                </a:solidFill>
                <a:latin typeface="Malgun Gothic"/>
                <a:ea typeface="Malgun Gothic"/>
                <a:cs typeface="Malgun Gothic"/>
              </a:defRPr>
            </a:pPr>
            <a:r>
              <a:t>코드 조사 · 요구사항 판단 · 구현 세부를 한 컨텍스트에 쌓지 않는 것이 핵심</a:t>
            </a:r>
          </a:p>
        </p:txBody>
      </p:sp>
    </p:spTree>
    <p:extLst>
      <p:ext uri="{BB962C8B-B14F-4D97-AF65-F5344CB8AC3E}">
        <p14:creationId xmlns:p14="http://schemas.microsoft.com/office/powerpoint/2010/main" val="887330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5">
            <a:extLst xmlns:a="http://schemas.openxmlformats.org/drawingml/2006/main">
              <a:ext uri="{FF2B5EF4-FFF2-40B4-BE49-F238E27FC236}">
                <a16:creationId xmlns:a16="http://schemas.microsoft.com/office/drawing/2014/main" id="{B309892F-5D8A-495C-A340-1E9DEFF2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02 · 기존 방식</a:t>
            </a:r>
          </a:p>
        </p:txBody>
      </p:sp>
      <p:sp>
        <p:nvSpPr>
          <p:cNvPr id="2" name="text-46">
            <a:extLst xmlns:a="http://schemas.openxmlformats.org/drawingml/2006/main">
              <a:ext uri="{FF2B5EF4-FFF2-40B4-BE49-F238E27FC236}">
                <a16:creationId xmlns:a16="http://schemas.microsoft.com/office/drawing/2014/main" id="{78BD97A4-DB36-41FA-8079-4567D968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기존 방식은 결국 메인 세션이나 사람이 중계한다</a:t>
            </a:r>
          </a:p>
        </p:txBody>
      </p:sp>
      <p:sp>
        <p:nvSpPr>
          <p:cNvPr id="3" name="text-47">
            <a:extLst xmlns:a="http://schemas.openxmlformats.org/drawingml/2006/main">
              <a:ext uri="{FF2B5EF4-FFF2-40B4-BE49-F238E27FC236}">
                <a16:creationId xmlns:a16="http://schemas.microsoft.com/office/drawing/2014/main" id="{5CE5BD20-DAA1-4308-88A3-0F31D701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4" name="shape-48">
            <a:extLst xmlns:a="http://schemas.openxmlformats.org/drawingml/2006/main">
              <a:ext uri="{FF2B5EF4-FFF2-40B4-BE49-F238E27FC236}">
                <a16:creationId xmlns:a16="http://schemas.microsoft.com/office/drawing/2014/main" id="{4E78918B-3599-4B67-B646-25D5C223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334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5" name="shape-49">
            <a:extLst xmlns:a="http://schemas.openxmlformats.org/drawingml/2006/main">
              <a:ext uri="{FF2B5EF4-FFF2-40B4-BE49-F238E27FC236}">
                <a16:creationId xmlns:a16="http://schemas.microsoft.com/office/drawing/2014/main" id="{D2D3405B-D98A-4333-B985-D55F4B56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00200"/>
            <a:ext cx="5715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6" name="text-50">
            <a:extLst xmlns:a="http://schemas.openxmlformats.org/drawingml/2006/main">
              <a:ext uri="{FF2B5EF4-FFF2-40B4-BE49-F238E27FC236}">
                <a16:creationId xmlns:a16="http://schemas.microsoft.com/office/drawing/2014/main" id="{0A930D60-EF5F-4549-8BD4-33221954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572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메인 세션 + 서브에이전트</a:t>
            </a:r>
          </a:p>
        </p:txBody>
      </p:sp>
      <p:sp>
        <p:nvSpPr>
          <p:cNvPr id="7" name="text-51">
            <a:extLst xmlns:a="http://schemas.openxmlformats.org/drawingml/2006/main">
              <a:ext uri="{FF2B5EF4-FFF2-40B4-BE49-F238E27FC236}">
                <a16:creationId xmlns:a16="http://schemas.microsoft.com/office/drawing/2014/main" id="{26512B58-BEA5-4609-BCBD-752F7A55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47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A774"/>
                </a:solidFill>
                <a:latin typeface="Malgun Gothic"/>
                <a:ea typeface="Malgun Gothic"/>
                <a:cs typeface="Malgun Gothic"/>
              </a:defRPr>
            </a:pPr>
            <a:r>
              <a:t>짧고 독립적인 조사에는 유용</a:t>
            </a:r>
          </a:p>
        </p:txBody>
      </p:sp>
      <p:sp>
        <p:nvSpPr>
          <p:cNvPr id="8" name="shape-52">
            <a:extLst xmlns:a="http://schemas.openxmlformats.org/drawingml/2006/main">
              <a:ext uri="{FF2B5EF4-FFF2-40B4-BE49-F238E27FC236}">
                <a16:creationId xmlns:a16="http://schemas.microsoft.com/office/drawing/2014/main" id="{7562E015-48A3-4149-ADB6-E0CCD391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9" name="text-53">
            <a:extLst xmlns:a="http://schemas.openxmlformats.org/drawingml/2006/main">
              <a:ext uri="{FF2B5EF4-FFF2-40B4-BE49-F238E27FC236}">
                <a16:creationId xmlns:a16="http://schemas.microsoft.com/office/drawing/2014/main" id="{1CEF1CBA-26AF-4442-9079-B1202B92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424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지속적인 역할과 대화 상대가 되기 어렵다</a:t>
            </a:r>
          </a:p>
        </p:txBody>
      </p:sp>
      <p:sp>
        <p:nvSpPr>
          <p:cNvPr id="10" name="shape-54">
            <a:extLst xmlns:a="http://schemas.openxmlformats.org/drawingml/2006/main">
              <a:ext uri="{FF2B5EF4-FFF2-40B4-BE49-F238E27FC236}">
                <a16:creationId xmlns:a16="http://schemas.microsoft.com/office/drawing/2014/main" id="{C4FA2F73-AA0A-4CE3-8174-687D2D22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1" name="text-55">
            <a:extLst xmlns:a="http://schemas.openxmlformats.org/drawingml/2006/main">
              <a:ext uri="{FF2B5EF4-FFF2-40B4-BE49-F238E27FC236}">
                <a16:creationId xmlns:a16="http://schemas.microsoft.com/office/drawing/2014/main" id="{3A406521-BE4C-4CD6-8B2E-35B685FC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424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후속 질문이 다시 메인 세션으로 모인다</a:t>
            </a:r>
          </a:p>
        </p:txBody>
      </p:sp>
      <p:sp>
        <p:nvSpPr>
          <p:cNvPr id="12" name="shape-56">
            <a:extLst xmlns:a="http://schemas.openxmlformats.org/drawingml/2006/main">
              <a:ext uri="{FF2B5EF4-FFF2-40B4-BE49-F238E27FC236}">
                <a16:creationId xmlns:a16="http://schemas.microsoft.com/office/drawing/2014/main" id="{20A166C0-92C0-497A-AF55-D8EF027C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3" name="text-57">
            <a:extLst xmlns:a="http://schemas.openxmlformats.org/drawingml/2006/main">
              <a:ext uri="{FF2B5EF4-FFF2-40B4-BE49-F238E27FC236}">
                <a16:creationId xmlns:a16="http://schemas.microsoft.com/office/drawing/2014/main" id="{10D4CB26-915F-43CE-8CE4-F240B0E8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24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오케스트레이터 컨텍스트가 오염된다</a:t>
            </a:r>
          </a:p>
        </p:txBody>
      </p:sp>
      <p:sp>
        <p:nvSpPr>
          <p:cNvPr id="14" name="text-58">
            <a:extLst xmlns:a="http://schemas.openxmlformats.org/drawingml/2006/main">
              <a:ext uri="{FF2B5EF4-FFF2-40B4-BE49-F238E27FC236}">
                <a16:creationId xmlns:a16="http://schemas.microsoft.com/office/drawing/2014/main" id="{4FBFE07A-6656-4D12-855D-3216925B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여러 터미널 세션 직접 운영</a:t>
            </a:r>
          </a:p>
        </p:txBody>
      </p:sp>
      <p:sp>
        <p:nvSpPr>
          <p:cNvPr id="15" name="text-59">
            <a:extLst xmlns:a="http://schemas.openxmlformats.org/drawingml/2006/main">
              <a:ext uri="{FF2B5EF4-FFF2-40B4-BE49-F238E27FC236}">
                <a16:creationId xmlns:a16="http://schemas.microsoft.com/office/drawing/2014/main" id="{086A40F2-5B23-475C-8062-B21484E2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A774"/>
                </a:solidFill>
                <a:latin typeface="Malgun Gothic"/>
                <a:ea typeface="Malgun Gothic"/>
                <a:cs typeface="Malgun Gothic"/>
              </a:defRPr>
            </a:pPr>
            <a:r>
              <a:t>역할과 모델을 원하는 대로 분리</a:t>
            </a:r>
          </a:p>
        </p:txBody>
      </p:sp>
      <p:sp>
        <p:nvSpPr>
          <p:cNvPr id="16" name="shape-60">
            <a:extLst xmlns:a="http://schemas.openxmlformats.org/drawingml/2006/main">
              <a:ext uri="{FF2B5EF4-FFF2-40B4-BE49-F238E27FC236}">
                <a16:creationId xmlns:a16="http://schemas.microsoft.com/office/drawing/2014/main" id="{00EBEBAC-1F9D-479B-AF3E-D3DE78EB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7" name="text-61">
            <a:extLst xmlns:a="http://schemas.openxmlformats.org/drawingml/2006/main">
              <a:ext uri="{FF2B5EF4-FFF2-40B4-BE49-F238E27FC236}">
                <a16:creationId xmlns:a16="http://schemas.microsoft.com/office/drawing/2014/main" id="{CB317BC9-4388-4E0B-B0EC-FF38199D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38500"/>
            <a:ext cx="4533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결과 파일과 경로를 사람이 복사한다</a:t>
            </a:r>
          </a:p>
        </p:txBody>
      </p:sp>
      <p:sp>
        <p:nvSpPr>
          <p:cNvPr id="18" name="shape-62">
            <a:extLst xmlns:a="http://schemas.openxmlformats.org/drawingml/2006/main">
              <a:ext uri="{FF2B5EF4-FFF2-40B4-BE49-F238E27FC236}">
                <a16:creationId xmlns:a16="http://schemas.microsoft.com/office/drawing/2014/main" id="{0FB9E61C-CE8A-4BD9-801B-3C4A2426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9" name="text-63">
            <a:extLst xmlns:a="http://schemas.openxmlformats.org/drawingml/2006/main">
              <a:ext uri="{FF2B5EF4-FFF2-40B4-BE49-F238E27FC236}">
                <a16:creationId xmlns:a16="http://schemas.microsoft.com/office/drawing/2014/main" id="{422FD3E7-E396-4A01-A919-2309FB4F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43350"/>
            <a:ext cx="4533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세션 생성·전달·진척 확인을 사람이 맡는다</a:t>
            </a:r>
          </a:p>
        </p:txBody>
      </p:sp>
      <p:sp>
        <p:nvSpPr>
          <p:cNvPr id="20" name="shape-64">
            <a:extLst xmlns:a="http://schemas.openxmlformats.org/drawingml/2006/main">
              <a:ext uri="{FF2B5EF4-FFF2-40B4-BE49-F238E27FC236}">
                <a16:creationId xmlns:a16="http://schemas.microsoft.com/office/drawing/2014/main" id="{2ECDE6B9-270A-4BF8-B4D1-C277B93B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21" name="text-65">
            <a:extLst xmlns:a="http://schemas.openxmlformats.org/drawingml/2006/main">
              <a:ext uri="{FF2B5EF4-FFF2-40B4-BE49-F238E27FC236}">
                <a16:creationId xmlns:a16="http://schemas.microsoft.com/office/drawing/2014/main" id="{AEA5974A-373E-4FED-9DE5-8CC4B52C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4533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창과 실행 환경이 계속 분산된다</a:t>
            </a:r>
          </a:p>
        </p:txBody>
      </p:sp>
    </p:spTree>
    <p:extLst>
      <p:ext uri="{BB962C8B-B14F-4D97-AF65-F5344CB8AC3E}">
        <p14:creationId xmlns:p14="http://schemas.microsoft.com/office/powerpoint/2010/main" val="19882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9711E7-A9FB-4B2B-932F-5D250282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19225"/>
            <a:ext cx="6762750" cy="442912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43d190ff84330"/>
          <a:srcRect xmlns:a="http://schemas.openxmlformats.org/drawingml/2006/main" l="5359" t="0" r="5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466850"/>
            <a:ext cx="6667500" cy="4333875"/>
          </a:xfrm>
          <a:prstGeom xmlns:a="http://schemas.openxmlformats.org/drawingml/2006/main" prst="roundRect">
            <a:avLst>
              <a:gd name="adj" fmla="val 1758"/>
            </a:avLst>
          </a:prstGeom>
        </p:spPr>
      </p:pic>
      <p:sp>
        <p:nvSpPr>
          <p:cNvPr id="3" name="text-66">
            <a:extLst xmlns:a="http://schemas.openxmlformats.org/drawingml/2006/main">
              <a:ext uri="{FF2B5EF4-FFF2-40B4-BE49-F238E27FC236}">
                <a16:creationId xmlns:a16="http://schemas.microsoft.com/office/drawing/2014/main" id="{1B41939D-EBBC-4EAF-B27F-193D574C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03 · 해법</a:t>
            </a:r>
          </a:p>
        </p:txBody>
      </p:sp>
      <p:sp>
        <p:nvSpPr>
          <p:cNvPr id="4" name="text-67">
            <a:extLst xmlns:a="http://schemas.openxmlformats.org/drawingml/2006/main">
              <a:ext uri="{FF2B5EF4-FFF2-40B4-BE49-F238E27FC236}">
                <a16:creationId xmlns:a16="http://schemas.microsoft.com/office/drawing/2014/main" id="{8486DF08-09D6-4A41-9103-4078EDF4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독립 세션을 ‘이름 있는 팀원’으로 운영한다</a:t>
            </a:r>
          </a:p>
        </p:txBody>
      </p:sp>
      <p:sp>
        <p:nvSpPr>
          <p:cNvPr id="5" name="text-68">
            <a:extLst xmlns:a="http://schemas.openxmlformats.org/drawingml/2006/main">
              <a:ext uri="{FF2B5EF4-FFF2-40B4-BE49-F238E27FC236}">
                <a16:creationId xmlns:a16="http://schemas.microsoft.com/office/drawing/2014/main" id="{4CC357BE-F215-49B7-A0FA-EBC12346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6" name="text-69">
            <a:extLst xmlns:a="http://schemas.openxmlformats.org/drawingml/2006/main">
              <a:ext uri="{FF2B5EF4-FFF2-40B4-BE49-F238E27FC236}">
                <a16:creationId xmlns:a16="http://schemas.microsoft.com/office/drawing/2014/main" id="{AC03EAE9-183E-4182-A425-9E2E47DD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서브에이전트가 아니라</a:t>
            </a:r>
          </a:p>
        </p:txBody>
      </p:sp>
      <p:sp>
        <p:nvSpPr>
          <p:cNvPr id="7" name="text-70">
            <a:extLst xmlns:a="http://schemas.openxmlformats.org/drawingml/2006/main">
              <a:ext uri="{FF2B5EF4-FFF2-40B4-BE49-F238E27FC236}">
                <a16:creationId xmlns:a16="http://schemas.microsoft.com/office/drawing/2014/main" id="{C48DA18F-83FE-477A-988D-511193C1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4000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지속적인 멤버</a:t>
            </a:r>
          </a:p>
        </p:txBody>
      </p:sp>
      <p:sp>
        <p:nvSpPr>
          <p:cNvPr id="8" name="shape-71">
            <a:extLst xmlns:a="http://schemas.openxmlformats.org/drawingml/2006/main">
              <a:ext uri="{FF2B5EF4-FFF2-40B4-BE49-F238E27FC236}">
                <a16:creationId xmlns:a16="http://schemas.microsoft.com/office/drawing/2014/main" id="{542CE24A-05C2-493F-AB54-DE7157E1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9" name="text-72">
            <a:extLst xmlns:a="http://schemas.openxmlformats.org/drawingml/2006/main">
              <a:ext uri="{FF2B5EF4-FFF2-40B4-BE49-F238E27FC236}">
                <a16:creationId xmlns:a16="http://schemas.microsoft.com/office/drawing/2014/main" id="{998597E6-FDA5-4DD5-8433-352A7F84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77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역할에 필요한 컨텍스트만 유지</a:t>
            </a:r>
          </a:p>
        </p:txBody>
      </p:sp>
      <p:sp>
        <p:nvSpPr>
          <p:cNvPr id="10" name="shape-73">
            <a:extLst xmlns:a="http://schemas.openxmlformats.org/drawingml/2006/main">
              <a:ext uri="{FF2B5EF4-FFF2-40B4-BE49-F238E27FC236}">
                <a16:creationId xmlns:a16="http://schemas.microsoft.com/office/drawing/2014/main" id="{394D2ABC-8A56-42F0-8A38-95E9CEB3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1" name="text-74">
            <a:extLst xmlns:a="http://schemas.openxmlformats.org/drawingml/2006/main">
              <a:ext uri="{FF2B5EF4-FFF2-40B4-BE49-F238E27FC236}">
                <a16:creationId xmlns:a16="http://schemas.microsoft.com/office/drawing/2014/main" id="{4323BDEF-D4AE-479C-ADA7-9044E807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77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필요한 순간 서로 직접 메시지</a:t>
            </a:r>
          </a:p>
        </p:txBody>
      </p:sp>
      <p:sp>
        <p:nvSpPr>
          <p:cNvPr id="12" name="shape-75">
            <a:extLst xmlns:a="http://schemas.openxmlformats.org/drawingml/2006/main">
              <a:ext uri="{FF2B5EF4-FFF2-40B4-BE49-F238E27FC236}">
                <a16:creationId xmlns:a16="http://schemas.microsoft.com/office/drawing/2014/main" id="{C816BC2F-3805-4503-B576-33EF0367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3" name="text-76">
            <a:extLst xmlns:a="http://schemas.openxmlformats.org/drawingml/2006/main">
              <a:ext uri="{FF2B5EF4-FFF2-40B4-BE49-F238E27FC236}">
                <a16:creationId xmlns:a16="http://schemas.microsoft.com/office/drawing/2014/main" id="{78C7B397-195F-4739-9000-00376EB9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77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사용자는 전체 흐름과 결정에 집중</a:t>
            </a:r>
          </a:p>
        </p:txBody>
      </p:sp>
      <p:sp>
        <p:nvSpPr>
          <p:cNvPr id="14" name="text-77">
            <a:extLst xmlns:a="http://schemas.openxmlformats.org/drawingml/2006/main">
              <a:ext uri="{FF2B5EF4-FFF2-40B4-BE49-F238E27FC236}">
                <a16:creationId xmlns:a16="http://schemas.microsoft.com/office/drawing/2014/main" id="{E4371EEF-F155-4CEC-B538-0D19B035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CLI 실행 능력 + 팀 운영 UI</a:t>
            </a:r>
          </a:p>
        </p:txBody>
      </p:sp>
    </p:spTree>
    <p:extLst>
      <p:ext uri="{BB962C8B-B14F-4D97-AF65-F5344CB8AC3E}">
        <p14:creationId xmlns:p14="http://schemas.microsoft.com/office/powerpoint/2010/main" val="17326649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8">
            <a:extLst xmlns:a="http://schemas.openxmlformats.org/drawingml/2006/main">
              <a:ext uri="{FF2B5EF4-FFF2-40B4-BE49-F238E27FC236}">
                <a16:creationId xmlns:a16="http://schemas.microsoft.com/office/drawing/2014/main" id="{054233B7-86B9-4AD1-B68C-E04E0DEA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03 · 해법</a:t>
            </a:r>
          </a:p>
        </p:txBody>
      </p:sp>
      <p:sp>
        <p:nvSpPr>
          <p:cNvPr id="2" name="text-79">
            <a:extLst xmlns:a="http://schemas.openxmlformats.org/drawingml/2006/main">
              <a:ext uri="{FF2B5EF4-FFF2-40B4-BE49-F238E27FC236}">
                <a16:creationId xmlns:a16="http://schemas.microsoft.com/office/drawing/2014/main" id="{14188083-77A0-4A9E-902E-531969E2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네 가지 개념만 알면 앱의 구조가 보인다</a:t>
            </a:r>
          </a:p>
        </p:txBody>
      </p:sp>
      <p:sp>
        <p:nvSpPr>
          <p:cNvPr id="3" name="text-80">
            <a:extLst xmlns:a="http://schemas.openxmlformats.org/drawingml/2006/main">
              <a:ext uri="{FF2B5EF4-FFF2-40B4-BE49-F238E27FC236}">
                <a16:creationId xmlns:a16="http://schemas.microsoft.com/office/drawing/2014/main" id="{B1348B99-83A7-468D-AD40-56141024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4" name="shape-81">
            <a:extLst xmlns:a="http://schemas.openxmlformats.org/drawingml/2006/main">
              <a:ext uri="{FF2B5EF4-FFF2-40B4-BE49-F238E27FC236}">
                <a16:creationId xmlns:a16="http://schemas.microsoft.com/office/drawing/2014/main" id="{D3263572-F438-45D2-A50F-05D7BD6B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6F8"/>
          </a:solidFill>
        </p:spPr>
      </p:sp>
      <p:sp>
        <p:nvSpPr>
          <p:cNvPr id="5" name="text-82">
            <a:extLst xmlns:a="http://schemas.openxmlformats.org/drawingml/2006/main">
              <a:ext uri="{FF2B5EF4-FFF2-40B4-BE49-F238E27FC236}">
                <a16:creationId xmlns:a16="http://schemas.microsoft.com/office/drawing/2014/main" id="{8F305F60-CEA4-4717-8A74-132AEEB1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6" name="text-83">
            <a:extLst xmlns:a="http://schemas.openxmlformats.org/drawingml/2006/main">
              <a:ext uri="{FF2B5EF4-FFF2-40B4-BE49-F238E27FC236}">
                <a16:creationId xmlns:a16="http://schemas.microsoft.com/office/drawing/2014/main" id="{7D11447F-A978-4A3E-A786-2B5803A0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작업공간</a:t>
            </a:r>
          </a:p>
        </p:txBody>
      </p:sp>
      <p:sp>
        <p:nvSpPr>
          <p:cNvPr id="7" name="text-84">
            <a:extLst xmlns:a="http://schemas.openxmlformats.org/drawingml/2006/main">
              <a:ext uri="{FF2B5EF4-FFF2-40B4-BE49-F238E27FC236}">
                <a16:creationId xmlns:a16="http://schemas.microsoft.com/office/drawing/2014/main" id="{7A606ED9-F852-4DC9-8621-DE1B4822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2190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실제 프로젝트 폴더
로컬·WSL 경로 지원</a:t>
            </a:r>
          </a:p>
        </p:txBody>
      </p:sp>
      <p:sp>
        <p:nvSpPr>
          <p:cNvPr id="8" name="shape-85">
            <a:extLst xmlns:a="http://schemas.openxmlformats.org/drawingml/2006/main">
              <a:ext uri="{FF2B5EF4-FFF2-40B4-BE49-F238E27FC236}">
                <a16:creationId xmlns:a16="http://schemas.microsoft.com/office/drawing/2014/main" id="{6187139E-19E4-49E3-B9A5-A7CBA9F8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6F8"/>
          </a:solidFill>
        </p:spPr>
      </p:sp>
      <p:sp>
        <p:nvSpPr>
          <p:cNvPr id="9" name="text-86">
            <a:extLst xmlns:a="http://schemas.openxmlformats.org/drawingml/2006/main">
              <a:ext uri="{FF2B5EF4-FFF2-40B4-BE49-F238E27FC236}">
                <a16:creationId xmlns:a16="http://schemas.microsoft.com/office/drawing/2014/main" id="{CE4FF552-BC61-4485-BFCC-D61BDD6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text-87">
            <a:extLst xmlns:a="http://schemas.openxmlformats.org/drawingml/2006/main">
              <a:ext uri="{FF2B5EF4-FFF2-40B4-BE49-F238E27FC236}">
                <a16:creationId xmlns:a16="http://schemas.microsoft.com/office/drawing/2014/main" id="{C6FEB9DD-F4A7-4360-9FE8-9106366F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파티</a:t>
            </a:r>
          </a:p>
        </p:txBody>
      </p:sp>
      <p:sp>
        <p:nvSpPr>
          <p:cNvPr id="11" name="text-88">
            <a:extLst xmlns:a="http://schemas.openxmlformats.org/drawingml/2006/main">
              <a:ext uri="{FF2B5EF4-FFF2-40B4-BE49-F238E27FC236}">
                <a16:creationId xmlns:a16="http://schemas.microsoft.com/office/drawing/2014/main" id="{6773A84B-8E7B-4633-A1CF-541CE147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190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하나의 목적을 위한
AI 에이전트 팀</a:t>
            </a:r>
          </a:p>
        </p:txBody>
      </p:sp>
      <p:sp>
        <p:nvSpPr>
          <p:cNvPr id="12" name="shape-89">
            <a:extLst xmlns:a="http://schemas.openxmlformats.org/drawingml/2006/main">
              <a:ext uri="{FF2B5EF4-FFF2-40B4-BE49-F238E27FC236}">
                <a16:creationId xmlns:a16="http://schemas.microsoft.com/office/drawing/2014/main" id="{40A57173-DB20-494F-8FC0-2D7EA95D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13" name="text-90">
            <a:extLst xmlns:a="http://schemas.openxmlformats.org/drawingml/2006/main">
              <a:ext uri="{FF2B5EF4-FFF2-40B4-BE49-F238E27FC236}">
                <a16:creationId xmlns:a16="http://schemas.microsoft.com/office/drawing/2014/main" id="{D93F2A09-4F11-47D2-9692-B2FB056D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4" name="text-91">
            <a:extLst xmlns:a="http://schemas.openxmlformats.org/drawingml/2006/main">
              <a:ext uri="{FF2B5EF4-FFF2-40B4-BE49-F238E27FC236}">
                <a16:creationId xmlns:a16="http://schemas.microsoft.com/office/drawing/2014/main" id="{CFB1C099-EFC5-4056-8911-ED2A83DB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멤버</a:t>
            </a:r>
          </a:p>
        </p:txBody>
      </p:sp>
      <p:sp>
        <p:nvSpPr>
          <p:cNvPr id="15" name="text-92">
            <a:extLst xmlns:a="http://schemas.openxmlformats.org/drawingml/2006/main">
              <a:ext uri="{FF2B5EF4-FFF2-40B4-BE49-F238E27FC236}">
                <a16:creationId xmlns:a16="http://schemas.microsoft.com/office/drawing/2014/main" id="{C061EB19-CCC4-4A2A-BC2A-E40B7977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43400"/>
            <a:ext cx="2190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역할·모델·권한을 가진
독립 세션</a:t>
            </a:r>
          </a:p>
        </p:txBody>
      </p:sp>
      <p:sp>
        <p:nvSpPr>
          <p:cNvPr id="16" name="shape-93">
            <a:extLst xmlns:a="http://schemas.openxmlformats.org/drawingml/2006/main">
              <a:ext uri="{FF2B5EF4-FFF2-40B4-BE49-F238E27FC236}">
                <a16:creationId xmlns:a16="http://schemas.microsoft.com/office/drawing/2014/main" id="{6BDD9E12-3BA3-4E98-BCA7-683F2B85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6F8"/>
          </a:solidFill>
        </p:spPr>
      </p:sp>
      <p:sp>
        <p:nvSpPr>
          <p:cNvPr id="17" name="text-94">
            <a:extLst xmlns:a="http://schemas.openxmlformats.org/drawingml/2006/main">
              <a:ext uri="{FF2B5EF4-FFF2-40B4-BE49-F238E27FC236}">
                <a16:creationId xmlns:a16="http://schemas.microsoft.com/office/drawing/2014/main" id="{72AF1330-AA31-46C3-9D17-E06D45AC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814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18" name="text-95">
            <a:extLst xmlns:a="http://schemas.openxmlformats.org/drawingml/2006/main">
              <a:ext uri="{FF2B5EF4-FFF2-40B4-BE49-F238E27FC236}">
                <a16:creationId xmlns:a16="http://schemas.microsoft.com/office/drawing/2014/main" id="{ACC286D8-9F5C-475A-AF5A-E62C88E2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워크벤치</a:t>
            </a:r>
          </a:p>
        </p:txBody>
      </p:sp>
      <p:sp>
        <p:nvSpPr>
          <p:cNvPr id="19" name="text-96">
            <a:extLst xmlns:a="http://schemas.openxmlformats.org/drawingml/2006/main">
              <a:ext uri="{FF2B5EF4-FFF2-40B4-BE49-F238E27FC236}">
                <a16:creationId xmlns:a16="http://schemas.microsoft.com/office/drawing/2014/main" id="{A2C4E96E-8C70-4ECF-B1DB-7BD58D51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190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여러 대화와 상태를
탭·분할 패널로 관찰</a:t>
            </a:r>
          </a:p>
        </p:txBody>
      </p:sp>
    </p:spTree>
    <p:extLst>
      <p:ext uri="{BB962C8B-B14F-4D97-AF65-F5344CB8AC3E}">
        <p14:creationId xmlns:p14="http://schemas.microsoft.com/office/powerpoint/2010/main" val="1390679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97">
            <a:extLst xmlns:a="http://schemas.openxmlformats.org/drawingml/2006/main">
              <a:ext uri="{FF2B5EF4-FFF2-40B4-BE49-F238E27FC236}">
                <a16:creationId xmlns:a16="http://schemas.microsoft.com/office/drawing/2014/main" id="{06A549A9-486C-439C-A7EF-C068B64C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04 · 협업 흐름</a:t>
            </a:r>
          </a:p>
        </p:txBody>
      </p:sp>
      <p:sp>
        <p:nvSpPr>
          <p:cNvPr id="2" name="text-98">
            <a:extLst xmlns:a="http://schemas.openxmlformats.org/drawingml/2006/main">
              <a:ext uri="{FF2B5EF4-FFF2-40B4-BE49-F238E27FC236}">
                <a16:creationId xmlns:a16="http://schemas.microsoft.com/office/drawing/2014/main" id="{50A18164-C963-4479-A4DD-10C88B0C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사용자가 전달자가 아니라 의사결정자가 된다</a:t>
            </a:r>
          </a:p>
        </p:txBody>
      </p:sp>
      <p:sp>
        <p:nvSpPr>
          <p:cNvPr id="3" name="text-99">
            <a:extLst xmlns:a="http://schemas.openxmlformats.org/drawingml/2006/main">
              <a:ext uri="{FF2B5EF4-FFF2-40B4-BE49-F238E27FC236}">
                <a16:creationId xmlns:a16="http://schemas.microsoft.com/office/drawing/2014/main" id="{11021FE4-04E8-4EE2-B5C3-A7FE0163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4" name="shape-100">
            <a:extLst xmlns:a="http://schemas.openxmlformats.org/drawingml/2006/main">
              <a:ext uri="{FF2B5EF4-FFF2-40B4-BE49-F238E27FC236}">
                <a16:creationId xmlns:a16="http://schemas.microsoft.com/office/drawing/2014/main" id="{FDA049B4-EB0B-4F2C-BB57-6982C16B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004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CD4"/>
          </a:solidFill>
        </p:spPr>
      </p:sp>
      <p:sp>
        <p:nvSpPr>
          <p:cNvPr id="5" name="shape-101">
            <a:extLst xmlns:a="http://schemas.openxmlformats.org/drawingml/2006/main">
              <a:ext uri="{FF2B5EF4-FFF2-40B4-BE49-F238E27FC236}">
                <a16:creationId xmlns:a16="http://schemas.microsoft.com/office/drawing/2014/main" id="{E1AC2785-DE54-40D6-8C48-F2CA075A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384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CD4"/>
          </a:solidFill>
        </p:spPr>
      </p:sp>
      <p:sp>
        <p:nvSpPr>
          <p:cNvPr id="6" name="shape-102">
            <a:extLst xmlns:a="http://schemas.openxmlformats.org/drawingml/2006/main">
              <a:ext uri="{FF2B5EF4-FFF2-40B4-BE49-F238E27FC236}">
                <a16:creationId xmlns:a16="http://schemas.microsoft.com/office/drawing/2014/main" id="{06626B3D-19BB-404F-A99B-DA8C19DE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004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CD4"/>
          </a:solidFill>
        </p:spPr>
      </p:sp>
      <p:sp>
        <p:nvSpPr>
          <p:cNvPr id="7" name="shape-103">
            <a:extLst xmlns:a="http://schemas.openxmlformats.org/drawingml/2006/main">
              <a:ext uri="{FF2B5EF4-FFF2-40B4-BE49-F238E27FC236}">
                <a16:creationId xmlns:a16="http://schemas.microsoft.com/office/drawing/2014/main" id="{9E8E4B6C-8C11-4CDD-9400-8669EA91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624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CD4"/>
          </a:solidFill>
        </p:spPr>
      </p:sp>
      <p:sp>
        <p:nvSpPr>
          <p:cNvPr id="8" name="shape-104">
            <a:extLst xmlns:a="http://schemas.openxmlformats.org/drawingml/2006/main">
              <a:ext uri="{FF2B5EF4-FFF2-40B4-BE49-F238E27FC236}">
                <a16:creationId xmlns:a16="http://schemas.microsoft.com/office/drawing/2014/main" id="{6837AEF5-E48A-4F39-875B-433520A5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38400"/>
            <a:ext cx="28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CD4"/>
          </a:solidFill>
        </p:spPr>
      </p:sp>
      <p:sp>
        <p:nvSpPr>
          <p:cNvPr id="9" name="shape-105">
            <a:extLst xmlns:a="http://schemas.openxmlformats.org/drawingml/2006/main">
              <a:ext uri="{FF2B5EF4-FFF2-40B4-BE49-F238E27FC236}">
                <a16:creationId xmlns:a16="http://schemas.microsoft.com/office/drawing/2014/main" id="{3D53C4E2-49C4-40B4-8692-BDC965CB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4F7DF3"/>
            </a:solidFill>
            <a:prstDash val="solid"/>
          </a:ln>
        </p:spPr>
      </p:sp>
      <p:sp>
        <p:nvSpPr>
          <p:cNvPr id="10" name="text-106">
            <a:extLst xmlns:a="http://schemas.openxmlformats.org/drawingml/2006/main">
              <a:ext uri="{FF2B5EF4-FFF2-40B4-BE49-F238E27FC236}">
                <a16:creationId xmlns:a16="http://schemas.microsoft.com/office/drawing/2014/main" id="{3B23F3D3-991B-4C2B-9925-7F1E1BC9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사용자</a:t>
            </a:r>
          </a:p>
        </p:txBody>
      </p:sp>
      <p:sp>
        <p:nvSpPr>
          <p:cNvPr id="11" name="text-107">
            <a:extLst xmlns:a="http://schemas.openxmlformats.org/drawingml/2006/main">
              <a:ext uri="{FF2B5EF4-FFF2-40B4-BE49-F238E27FC236}">
                <a16:creationId xmlns:a16="http://schemas.microsoft.com/office/drawing/2014/main" id="{F7A76A6B-7549-4C4B-8FCB-CFB2241B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목표·판단</a:t>
            </a:r>
          </a:p>
        </p:txBody>
      </p:sp>
      <p:sp>
        <p:nvSpPr>
          <p:cNvPr id="12" name="shape-108">
            <a:extLst xmlns:a="http://schemas.openxmlformats.org/drawingml/2006/main">
              <a:ext uri="{FF2B5EF4-FFF2-40B4-BE49-F238E27FC236}">
                <a16:creationId xmlns:a16="http://schemas.microsoft.com/office/drawing/2014/main" id="{DDCEED9F-6155-4F7C-AD02-9428059C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71750"/>
            <a:ext cx="18288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318"/>
          </a:solidFill>
        </p:spPr>
      </p:sp>
      <p:sp>
        <p:nvSpPr>
          <p:cNvPr id="13" name="text-109">
            <a:extLst xmlns:a="http://schemas.openxmlformats.org/drawingml/2006/main">
              <a:ext uri="{FF2B5EF4-FFF2-40B4-BE49-F238E27FC236}">
                <a16:creationId xmlns:a16="http://schemas.microsoft.com/office/drawing/2014/main" id="{F8B87BA8-3DC3-4EC1-8D3A-3E8CF2A7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3845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main</a:t>
            </a:r>
          </a:p>
        </p:txBody>
      </p:sp>
      <p:sp>
        <p:nvSpPr>
          <p:cNvPr id="14" name="text-110">
            <a:extLst xmlns:a="http://schemas.openxmlformats.org/drawingml/2006/main">
              <a:ext uri="{FF2B5EF4-FFF2-40B4-BE49-F238E27FC236}">
                <a16:creationId xmlns:a16="http://schemas.microsoft.com/office/drawing/2014/main" id="{A863085B-3489-4CAA-BEE4-EC93A4DD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33750"/>
            <a:ext cx="1828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DE1E8"/>
                </a:solidFill>
                <a:latin typeface="Malgun Gothic"/>
                <a:ea typeface="Malgun Gothic"/>
                <a:cs typeface="Malgun Gothic"/>
              </a:defRPr>
            </a:pPr>
            <a:r>
              <a:t>조율·진척 관리</a:t>
            </a:r>
          </a:p>
        </p:txBody>
      </p:sp>
      <p:sp>
        <p:nvSpPr>
          <p:cNvPr id="15" name="shape-111">
            <a:extLst xmlns:a="http://schemas.openxmlformats.org/drawingml/2006/main">
              <a:ext uri="{FF2B5EF4-FFF2-40B4-BE49-F238E27FC236}">
                <a16:creationId xmlns:a16="http://schemas.microsoft.com/office/drawing/2014/main" id="{5369CC84-FC9D-460A-927C-1AB43BC8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66900"/>
            <a:ext cx="2476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16" name="text-112">
            <a:extLst xmlns:a="http://schemas.openxmlformats.org/drawingml/2006/main">
              <a:ext uri="{FF2B5EF4-FFF2-40B4-BE49-F238E27FC236}">
                <a16:creationId xmlns:a16="http://schemas.microsoft.com/office/drawing/2014/main" id="{5FBB7AB0-4660-4ADC-8F6F-697C2574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383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D2Coding"/>
                <a:ea typeface="D2Coding"/>
                <a:cs typeface="D2Coding"/>
              </a:defRPr>
            </a:pPr>
            <a:r>
              <a:t>explore</a:t>
            </a:r>
          </a:p>
        </p:txBody>
      </p:sp>
      <p:sp>
        <p:nvSpPr>
          <p:cNvPr id="17" name="text-113">
            <a:extLst xmlns:a="http://schemas.openxmlformats.org/drawingml/2006/main">
              <a:ext uri="{FF2B5EF4-FFF2-40B4-BE49-F238E27FC236}">
                <a16:creationId xmlns:a16="http://schemas.microsoft.com/office/drawing/2014/main" id="{17277005-2CE2-4CBD-8BF8-1332566A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764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코드 조사</a:t>
            </a:r>
          </a:p>
        </p:txBody>
      </p:sp>
      <p:sp>
        <p:nvSpPr>
          <p:cNvPr id="18" name="shape-114">
            <a:extLst xmlns:a="http://schemas.openxmlformats.org/drawingml/2006/main">
              <a:ext uri="{FF2B5EF4-FFF2-40B4-BE49-F238E27FC236}">
                <a16:creationId xmlns:a16="http://schemas.microsoft.com/office/drawing/2014/main" id="{999EFB1E-2D93-4CB8-8058-FDBEBF25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09900"/>
            <a:ext cx="2476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6F8"/>
          </a:solidFill>
        </p:spPr>
      </p:sp>
      <p:sp>
        <p:nvSpPr>
          <p:cNvPr id="19" name="text-115">
            <a:extLst xmlns:a="http://schemas.openxmlformats.org/drawingml/2006/main">
              <a:ext uri="{FF2B5EF4-FFF2-40B4-BE49-F238E27FC236}">
                <a16:creationId xmlns:a16="http://schemas.microsoft.com/office/drawing/2014/main" id="{00AD4F5A-8583-4DF8-9731-F7267147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813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D2Coding"/>
                <a:ea typeface="D2Coding"/>
                <a:cs typeface="D2Coding"/>
              </a:defRPr>
            </a:pPr>
            <a:r>
              <a:t>impl</a:t>
            </a:r>
          </a:p>
        </p:txBody>
      </p:sp>
      <p:sp>
        <p:nvSpPr>
          <p:cNvPr id="20" name="text-116">
            <a:extLst xmlns:a="http://schemas.openxmlformats.org/drawingml/2006/main">
              <a:ext uri="{FF2B5EF4-FFF2-40B4-BE49-F238E27FC236}">
                <a16:creationId xmlns:a16="http://schemas.microsoft.com/office/drawing/2014/main" id="{A38A580F-8489-482D-B56F-D4021669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194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설계·구현</a:t>
            </a:r>
          </a:p>
        </p:txBody>
      </p:sp>
      <p:sp>
        <p:nvSpPr>
          <p:cNvPr id="21" name="shape-117">
            <a:extLst xmlns:a="http://schemas.openxmlformats.org/drawingml/2006/main">
              <a:ext uri="{FF2B5EF4-FFF2-40B4-BE49-F238E27FC236}">
                <a16:creationId xmlns:a16="http://schemas.microsoft.com/office/drawing/2014/main" id="{D6FF550C-C298-4CC0-8479-2EF863C4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52900"/>
            <a:ext cx="2476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DA"/>
          </a:solidFill>
        </p:spPr>
      </p:sp>
      <p:sp>
        <p:nvSpPr>
          <p:cNvPr id="22" name="text-118">
            <a:extLst xmlns:a="http://schemas.openxmlformats.org/drawingml/2006/main">
              <a:ext uri="{FF2B5EF4-FFF2-40B4-BE49-F238E27FC236}">
                <a16:creationId xmlns:a16="http://schemas.microsoft.com/office/drawing/2014/main" id="{65F13EA3-EC10-48CB-8F39-EBB6B05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243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D2Coding"/>
                <a:ea typeface="D2Coding"/>
                <a:cs typeface="D2Coding"/>
              </a:defRPr>
            </a:pPr>
            <a:r>
              <a:t>test</a:t>
            </a:r>
          </a:p>
        </p:txBody>
      </p:sp>
      <p:sp>
        <p:nvSpPr>
          <p:cNvPr id="23" name="text-119">
            <a:extLst xmlns:a="http://schemas.openxmlformats.org/drawingml/2006/main">
              <a:ext uri="{FF2B5EF4-FFF2-40B4-BE49-F238E27FC236}">
                <a16:creationId xmlns:a16="http://schemas.microsoft.com/office/drawing/2014/main" id="{378B94B1-F599-42D6-8798-B64468C8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624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검증</a:t>
            </a:r>
          </a:p>
        </p:txBody>
      </p:sp>
      <p:sp>
        <p:nvSpPr>
          <p:cNvPr id="24" name="text-120">
            <a:extLst xmlns:a="http://schemas.openxmlformats.org/drawingml/2006/main">
              <a:ext uri="{FF2B5EF4-FFF2-40B4-BE49-F238E27FC236}">
                <a16:creationId xmlns:a16="http://schemas.microsoft.com/office/drawing/2014/main" id="{81CF379C-242D-49C2-AFFA-B45F0697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14950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0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멤버끼리 직접 질문 · 결과 전달 · 후속 요청</a:t>
            </a:r>
          </a:p>
        </p:txBody>
      </p:sp>
    </p:spTree>
    <p:extLst>
      <p:ext uri="{BB962C8B-B14F-4D97-AF65-F5344CB8AC3E}">
        <p14:creationId xmlns:p14="http://schemas.microsoft.com/office/powerpoint/2010/main" val="1313741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69EE7-BEF8-4687-930A-8FED6B7F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57325"/>
            <a:ext cx="7048500" cy="4524375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b8f2a3f754d26"/>
          <a:srcRect xmlns:a="http://schemas.openxmlformats.org/drawingml/2006/main" l="4447" t="0" r="4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504950"/>
            <a:ext cx="6953250" cy="4429125"/>
          </a:xfrm>
          <a:prstGeom xmlns:a="http://schemas.openxmlformats.org/drawingml/2006/main" prst="roundRect">
            <a:avLst>
              <a:gd name="adj" fmla="val 1720"/>
            </a:avLst>
          </a:prstGeom>
        </p:spPr>
      </p:pic>
      <p:sp>
        <p:nvSpPr>
          <p:cNvPr id="3" name="text-121">
            <a:extLst xmlns:a="http://schemas.openxmlformats.org/drawingml/2006/main">
              <a:ext uri="{FF2B5EF4-FFF2-40B4-BE49-F238E27FC236}">
                <a16:creationId xmlns:a16="http://schemas.microsoft.com/office/drawing/2014/main" id="{804D645E-C299-4336-A993-3358B2E3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05 · 핵심 기능</a:t>
            </a:r>
          </a:p>
        </p:txBody>
      </p:sp>
      <p:sp>
        <p:nvSpPr>
          <p:cNvPr id="4" name="text-122">
            <a:extLst xmlns:a="http://schemas.openxmlformats.org/drawingml/2006/main">
              <a:ext uri="{FF2B5EF4-FFF2-40B4-BE49-F238E27FC236}">
                <a16:creationId xmlns:a16="http://schemas.microsoft.com/office/drawing/2014/main" id="{2C8CFBA4-3CCE-401C-BF2F-123A5611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바쁜 멤버에게 보낸 메시지는 안전하게 줄을 선다</a:t>
            </a:r>
          </a:p>
        </p:txBody>
      </p:sp>
      <p:sp>
        <p:nvSpPr>
          <p:cNvPr id="5" name="text-123">
            <a:extLst xmlns:a="http://schemas.openxmlformats.org/drawingml/2006/main">
              <a:ext uri="{FF2B5EF4-FFF2-40B4-BE49-F238E27FC236}">
                <a16:creationId xmlns:a16="http://schemas.microsoft.com/office/drawing/2014/main" id="{0ED63C6D-216F-44B5-9A2E-D5D51665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6" name="text-124">
            <a:extLst xmlns:a="http://schemas.openxmlformats.org/drawingml/2006/main">
              <a:ext uri="{FF2B5EF4-FFF2-40B4-BE49-F238E27FC236}">
                <a16:creationId xmlns:a16="http://schemas.microsoft.com/office/drawing/2014/main" id="{AF8E6811-17A7-45DA-9D6E-3CA9D8CA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619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Message Queue</a:t>
            </a:r>
          </a:p>
        </p:txBody>
      </p:sp>
      <p:sp>
        <p:nvSpPr>
          <p:cNvPr id="7" name="shape-125">
            <a:extLst xmlns:a="http://schemas.openxmlformats.org/drawingml/2006/main">
              <a:ext uri="{FF2B5EF4-FFF2-40B4-BE49-F238E27FC236}">
                <a16:creationId xmlns:a16="http://schemas.microsoft.com/office/drawing/2014/main" id="{D488CFBD-5A74-47EF-924D-86449A04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8" name="text-126">
            <a:extLst xmlns:a="http://schemas.openxmlformats.org/drawingml/2006/main">
              <a:ext uri="{FF2B5EF4-FFF2-40B4-BE49-F238E27FC236}">
                <a16:creationId xmlns:a16="http://schemas.microsoft.com/office/drawing/2014/main" id="{1A1A58CF-2E09-47B8-8498-43FFDB84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358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현재 턴이 끝나면 순서대로 전달</a:t>
            </a:r>
          </a:p>
        </p:txBody>
      </p:sp>
      <p:sp>
        <p:nvSpPr>
          <p:cNvPr id="9" name="shape-127">
            <a:extLst xmlns:a="http://schemas.openxmlformats.org/drawingml/2006/main">
              <a:ext uri="{FF2B5EF4-FFF2-40B4-BE49-F238E27FC236}">
                <a16:creationId xmlns:a16="http://schemas.microsoft.com/office/drawing/2014/main" id="{4558D3E4-593F-4687-A2BF-208FB3DA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0" name="text-128">
            <a:extLst xmlns:a="http://schemas.openxmlformats.org/drawingml/2006/main">
              <a:ext uri="{FF2B5EF4-FFF2-40B4-BE49-F238E27FC236}">
                <a16:creationId xmlns:a16="http://schemas.microsoft.com/office/drawing/2014/main" id="{661F837C-B47B-4598-ADB4-F82BC58D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58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확인·편집·취소·순서 변경·병합</a:t>
            </a:r>
          </a:p>
        </p:txBody>
      </p:sp>
      <p:sp>
        <p:nvSpPr>
          <p:cNvPr id="11" name="shape-129">
            <a:extLst xmlns:a="http://schemas.openxmlformats.org/drawingml/2006/main">
              <a:ext uri="{FF2B5EF4-FFF2-40B4-BE49-F238E27FC236}">
                <a16:creationId xmlns:a16="http://schemas.microsoft.com/office/drawing/2014/main" id="{61610D9C-2CDB-48CC-A565-8DF69EE5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2" name="text-130">
            <a:extLst xmlns:a="http://schemas.openxmlformats.org/drawingml/2006/main">
              <a:ext uri="{FF2B5EF4-FFF2-40B4-BE49-F238E27FC236}">
                <a16:creationId xmlns:a16="http://schemas.microsoft.com/office/drawing/2014/main" id="{E0BEEA32-99E2-488C-9C00-7ED576A4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58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‘지금 보내기’로 중단 후 즉시 전달</a:t>
            </a:r>
          </a:p>
        </p:txBody>
      </p:sp>
      <p:sp>
        <p:nvSpPr>
          <p:cNvPr id="13" name="shape-131">
            <a:extLst xmlns:a="http://schemas.openxmlformats.org/drawingml/2006/main">
              <a:ext uri="{FF2B5EF4-FFF2-40B4-BE49-F238E27FC236}">
                <a16:creationId xmlns:a16="http://schemas.microsoft.com/office/drawing/2014/main" id="{E36BF33C-6918-44A4-8E25-0B0279A8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4" name="text-132">
            <a:extLst xmlns:a="http://schemas.openxmlformats.org/drawingml/2006/main">
              <a:ext uri="{FF2B5EF4-FFF2-40B4-BE49-F238E27FC236}">
                <a16:creationId xmlns:a16="http://schemas.microsoft.com/office/drawing/2014/main" id="{9BC7E09D-FEEE-4177-9548-15C0545B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358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앱 재시작 뒤에도 대기열 유지</a:t>
            </a:r>
          </a:p>
        </p:txBody>
      </p:sp>
    </p:spTree>
    <p:extLst>
      <p:ext uri="{BB962C8B-B14F-4D97-AF65-F5344CB8AC3E}">
        <p14:creationId xmlns:p14="http://schemas.microsoft.com/office/powerpoint/2010/main" val="13483150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43068-2885-46EB-A8E7-F185299F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62075"/>
            <a:ext cx="3762375" cy="4953000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b95370850490b"/>
          <a:stretch xmlns:a="http://schemas.openxmlformats.org/drawingml/2006/main"/>
        </p:blipFill>
        <p:spPr>
          <a:xfrm xmlns:a="http://schemas.openxmlformats.org/drawingml/2006/main">
            <a:off x="7434608" y="1409700"/>
            <a:ext cx="3275908" cy="4857750"/>
          </a:xfrm>
          <a:prstGeom xmlns:a="http://schemas.openxmlformats.org/drawingml/2006/main" prst="roundRect">
            <a:avLst>
              <a:gd name="adj" fmla="val 2078"/>
            </a:avLst>
          </a:prstGeom>
        </p:spPr>
      </p:pic>
      <p:sp>
        <p:nvSpPr>
          <p:cNvPr id="3" name="text-133">
            <a:extLst xmlns:a="http://schemas.openxmlformats.org/drawingml/2006/main">
              <a:ext uri="{FF2B5EF4-FFF2-40B4-BE49-F238E27FC236}">
                <a16:creationId xmlns:a16="http://schemas.microsoft.com/office/drawing/2014/main" id="{9679CB56-847D-4DB3-ABB0-A37617F2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05 · 핵심 기능</a:t>
            </a:r>
          </a:p>
        </p:txBody>
      </p:sp>
      <p:sp>
        <p:nvSpPr>
          <p:cNvPr id="4" name="text-134">
            <a:extLst xmlns:a="http://schemas.openxmlformats.org/drawingml/2006/main">
              <a:ext uri="{FF2B5EF4-FFF2-40B4-BE49-F238E27FC236}">
                <a16:creationId xmlns:a16="http://schemas.microsoft.com/office/drawing/2014/main" id="{79FA2D74-C265-4C13-B001-94182607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메시지 품질도 모델에게 맡기되, 우회는 기록한다</a:t>
            </a:r>
          </a:p>
        </p:txBody>
      </p:sp>
      <p:sp>
        <p:nvSpPr>
          <p:cNvPr id="5" name="text-135">
            <a:extLst xmlns:a="http://schemas.openxmlformats.org/drawingml/2006/main">
              <a:ext uri="{FF2B5EF4-FFF2-40B4-BE49-F238E27FC236}">
                <a16:creationId xmlns:a16="http://schemas.microsoft.com/office/drawing/2014/main" id="{6AE41022-6089-458D-943A-6CEEF12C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6" name="shape-136">
            <a:extLst xmlns:a="http://schemas.openxmlformats.org/drawingml/2006/main">
              <a:ext uri="{FF2B5EF4-FFF2-40B4-BE49-F238E27FC236}">
                <a16:creationId xmlns:a16="http://schemas.microsoft.com/office/drawing/2014/main" id="{1C9B1F4A-5B5A-457D-B2CC-6B48056C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00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2DA"/>
          </a:solidFill>
        </p:spPr>
      </p:sp>
      <p:sp>
        <p:nvSpPr>
          <p:cNvPr id="7" name="text-137">
            <a:extLst xmlns:a="http://schemas.openxmlformats.org/drawingml/2006/main">
              <a:ext uri="{FF2B5EF4-FFF2-40B4-BE49-F238E27FC236}">
                <a16:creationId xmlns:a16="http://schemas.microsoft.com/office/drawing/2014/main" id="{A0D456A9-8220-4591-A20D-A2C0C129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88A18"/>
                </a:solidFill>
                <a:latin typeface="Malgun Gothic"/>
                <a:ea typeface="Malgun Gothic"/>
                <a:cs typeface="Malgun Gothic"/>
              </a:defRPr>
            </a:pPr>
            <a:r>
              <a:t>Message Gate</a:t>
            </a:r>
          </a:p>
        </p:txBody>
      </p:sp>
      <p:sp>
        <p:nvSpPr>
          <p:cNvPr id="8" name="text-138">
            <a:extLst xmlns:a="http://schemas.openxmlformats.org/drawingml/2006/main">
              <a:ext uri="{FF2B5EF4-FFF2-40B4-BE49-F238E27FC236}">
                <a16:creationId xmlns:a16="http://schemas.microsoft.com/office/drawing/2014/main" id="{19C1C1CD-07D4-4323-BC8D-D456AECC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095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멤버 → 멤버 메시지만 리뷰</a:t>
            </a:r>
          </a:p>
        </p:txBody>
      </p:sp>
      <p:sp>
        <p:nvSpPr>
          <p:cNvPr id="9" name="shape-139">
            <a:extLst xmlns:a="http://schemas.openxmlformats.org/drawingml/2006/main">
              <a:ext uri="{FF2B5EF4-FFF2-40B4-BE49-F238E27FC236}">
                <a16:creationId xmlns:a16="http://schemas.microsoft.com/office/drawing/2014/main" id="{327DA922-F43A-45BA-B3F6-0B6B32A2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0" name="text-140">
            <a:extLst xmlns:a="http://schemas.openxmlformats.org/drawingml/2006/main">
              <a:ext uri="{FF2B5EF4-FFF2-40B4-BE49-F238E27FC236}">
                <a16:creationId xmlns:a16="http://schemas.microsoft.com/office/drawing/2014/main" id="{275DBA71-A5CE-451D-B219-F77F59F6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28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11" name="text-141">
            <a:extLst xmlns:a="http://schemas.openxmlformats.org/drawingml/2006/main">
              <a:ext uri="{FF2B5EF4-FFF2-40B4-BE49-F238E27FC236}">
                <a16:creationId xmlns:a16="http://schemas.microsoft.com/office/drawing/2014/main" id="{80659447-16C5-410E-8600-B9405678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규칙 검사</a:t>
            </a:r>
          </a:p>
        </p:txBody>
      </p:sp>
      <p:sp>
        <p:nvSpPr>
          <p:cNvPr id="12" name="text-142">
            <a:extLst xmlns:a="http://schemas.openxmlformats.org/drawingml/2006/main">
              <a:ext uri="{FF2B5EF4-FFF2-40B4-BE49-F238E27FC236}">
                <a16:creationId xmlns:a16="http://schemas.microsoft.com/office/drawing/2014/main" id="{36630EC4-FE1A-47A9-983E-235D9B13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3333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파티 공통 또는 멤버별 규칙</a:t>
            </a:r>
          </a:p>
        </p:txBody>
      </p:sp>
      <p:sp>
        <p:nvSpPr>
          <p:cNvPr id="13" name="shape-143">
            <a:extLst xmlns:a="http://schemas.openxmlformats.org/drawingml/2006/main">
              <a:ext uri="{FF2B5EF4-FFF2-40B4-BE49-F238E27FC236}">
                <a16:creationId xmlns:a16="http://schemas.microsoft.com/office/drawing/2014/main" id="{DDEFC66A-E5F4-4F9A-97B8-D3D48DA3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5353"/>
          </a:solidFill>
        </p:spPr>
      </p:sp>
      <p:sp>
        <p:nvSpPr>
          <p:cNvPr id="14" name="text-144">
            <a:extLst xmlns:a="http://schemas.openxmlformats.org/drawingml/2006/main">
              <a:ext uri="{FF2B5EF4-FFF2-40B4-BE49-F238E27FC236}">
                <a16:creationId xmlns:a16="http://schemas.microsoft.com/office/drawing/2014/main" id="{2B06982B-D14B-488F-8F39-F4D1175D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28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15" name="text-145">
            <a:extLst xmlns:a="http://schemas.openxmlformats.org/drawingml/2006/main">
              <a:ext uri="{FF2B5EF4-FFF2-40B4-BE49-F238E27FC236}">
                <a16:creationId xmlns:a16="http://schemas.microsoft.com/office/drawing/2014/main" id="{977C88F1-E41A-4BC9-ABC2-FA61C96A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위반 시 반려</a:t>
            </a:r>
          </a:p>
        </p:txBody>
      </p:sp>
      <p:sp>
        <p:nvSpPr>
          <p:cNvPr id="16" name="text-146">
            <a:extLst xmlns:a="http://schemas.openxmlformats.org/drawingml/2006/main">
              <a:ext uri="{FF2B5EF4-FFF2-40B4-BE49-F238E27FC236}">
                <a16:creationId xmlns:a16="http://schemas.microsoft.com/office/drawing/2014/main" id="{528DCCD8-69CB-496A-AA48-51CAD45A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19550"/>
            <a:ext cx="3333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사유와 위반 규칙을 발신자에게 표시</a:t>
            </a:r>
          </a:p>
        </p:txBody>
      </p:sp>
      <p:sp>
        <p:nvSpPr>
          <p:cNvPr id="17" name="shape-147">
            <a:extLst xmlns:a="http://schemas.openxmlformats.org/drawingml/2006/main">
              <a:ext uri="{FF2B5EF4-FFF2-40B4-BE49-F238E27FC236}">
                <a16:creationId xmlns:a16="http://schemas.microsoft.com/office/drawing/2014/main" id="{C6F436AA-1B76-4905-ACF2-88965F4B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8" name="text-148">
            <a:extLst xmlns:a="http://schemas.openxmlformats.org/drawingml/2006/main">
              <a:ext uri="{FF2B5EF4-FFF2-40B4-BE49-F238E27FC236}">
                <a16:creationId xmlns:a16="http://schemas.microsoft.com/office/drawing/2014/main" id="{4EAAA353-3422-41BE-9FAC-8A0E17AA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8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9" name="text-149">
            <a:extLst xmlns:a="http://schemas.openxmlformats.org/drawingml/2006/main">
              <a:ext uri="{FF2B5EF4-FFF2-40B4-BE49-F238E27FC236}">
                <a16:creationId xmlns:a16="http://schemas.microsoft.com/office/drawing/2014/main" id="{AB1F6016-8AC6-4783-8EFE-C9995566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필요 시 강제 전송</a:t>
            </a:r>
          </a:p>
        </p:txBody>
      </p:sp>
      <p:sp>
        <p:nvSpPr>
          <p:cNvPr id="20" name="text-150">
            <a:extLst xmlns:a="http://schemas.openxmlformats.org/drawingml/2006/main">
              <a:ext uri="{FF2B5EF4-FFF2-40B4-BE49-F238E27FC236}">
                <a16:creationId xmlns:a16="http://schemas.microsoft.com/office/drawing/2014/main" id="{0675F340-B938-404D-BA53-1F297E39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33950"/>
            <a:ext cx="3333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우회 사실을 카드와 로그에 기록</a:t>
            </a:r>
          </a:p>
        </p:txBody>
      </p:sp>
    </p:spTree>
    <p:extLst>
      <p:ext uri="{BB962C8B-B14F-4D97-AF65-F5344CB8AC3E}">
        <p14:creationId xmlns:p14="http://schemas.microsoft.com/office/powerpoint/2010/main" val="21252400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B3A26-7336-4235-9564-EA8744DE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336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c8054641b40a8"/>
          <a:srcRect xmlns:a="http://schemas.openxmlformats.org/drawingml/2006/main" l="1398" t="0" r="13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381250"/>
            <a:ext cx="5334000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57E36-6979-4484-83A5-9A7262ED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336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5dd11c2c54fb4"/>
          <a:srcRect xmlns:a="http://schemas.openxmlformats.org/drawingml/2006/main" l="0" t="3199" r="0" b="31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381250"/>
            <a:ext cx="5334000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text-151">
            <a:extLst xmlns:a="http://schemas.openxmlformats.org/drawingml/2006/main">
              <a:ext uri="{FF2B5EF4-FFF2-40B4-BE49-F238E27FC236}">
                <a16:creationId xmlns:a16="http://schemas.microsoft.com/office/drawing/2014/main" id="{3B9CD087-7BBA-44C5-A62E-841592CA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05 · 핵심 기능</a:t>
            </a:r>
          </a:p>
        </p:txBody>
      </p:sp>
      <p:sp>
        <p:nvSpPr>
          <p:cNvPr id="6" name="text-152">
            <a:extLst xmlns:a="http://schemas.openxmlformats.org/drawingml/2006/main">
              <a:ext uri="{FF2B5EF4-FFF2-40B4-BE49-F238E27FC236}">
                <a16:creationId xmlns:a16="http://schemas.microsoft.com/office/drawing/2014/main" id="{D36D29FE-6C1B-4AFE-BF8B-C0B35D3B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자율성만큼 컨텍스트와 권한 통제가 중요하다</a:t>
            </a:r>
          </a:p>
        </p:txBody>
      </p:sp>
      <p:sp>
        <p:nvSpPr>
          <p:cNvPr id="7" name="text-153">
            <a:extLst xmlns:a="http://schemas.openxmlformats.org/drawingml/2006/main">
              <a:ext uri="{FF2B5EF4-FFF2-40B4-BE49-F238E27FC236}">
                <a16:creationId xmlns:a16="http://schemas.microsoft.com/office/drawing/2014/main" id="{21A73B66-54C2-4401-B30B-DBB3156C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10</a:t>
            </a:r>
          </a:p>
        </p:txBody>
      </p:sp>
      <p:sp>
        <p:nvSpPr>
          <p:cNvPr id="8" name="text-154">
            <a:extLst xmlns:a="http://schemas.openxmlformats.org/drawingml/2006/main">
              <a:ext uri="{FF2B5EF4-FFF2-40B4-BE49-F238E27FC236}">
                <a16:creationId xmlns:a16="http://schemas.microsoft.com/office/drawing/2014/main" id="{EC9E7D57-C494-4C83-A016-A8ECB2C3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Context</a:t>
            </a:r>
          </a:p>
        </p:txBody>
      </p:sp>
      <p:sp>
        <p:nvSpPr>
          <p:cNvPr id="9" name="text-155">
            <a:extLst xmlns:a="http://schemas.openxmlformats.org/drawingml/2006/main">
              <a:ext uri="{FF2B5EF4-FFF2-40B4-BE49-F238E27FC236}">
                <a16:creationId xmlns:a16="http://schemas.microsoft.com/office/drawing/2014/main" id="{4548EEE3-721D-47A5-BBAA-E31F69D0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514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사용량 표시 · 수동 압축 · Auto-compact</a:t>
            </a:r>
          </a:p>
        </p:txBody>
      </p:sp>
      <p:sp>
        <p:nvSpPr>
          <p:cNvPr id="10" name="text-156">
            <a:extLst xmlns:a="http://schemas.openxmlformats.org/drawingml/2006/main">
              <a:ext uri="{FF2B5EF4-FFF2-40B4-BE49-F238E27FC236}">
                <a16:creationId xmlns:a16="http://schemas.microsoft.com/office/drawing/2014/main" id="{743A3146-F13B-44B6-A782-FCB01EDC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Permission</a:t>
            </a:r>
          </a:p>
        </p:txBody>
      </p:sp>
      <p:sp>
        <p:nvSpPr>
          <p:cNvPr id="11" name="text-157">
            <a:extLst xmlns:a="http://schemas.openxmlformats.org/drawingml/2006/main">
              <a:ext uri="{FF2B5EF4-FFF2-40B4-BE49-F238E27FC236}">
                <a16:creationId xmlns:a16="http://schemas.microsoft.com/office/drawing/2014/main" id="{83CD605A-E61C-472E-980B-A5A10599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514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샌드박스 · 승인 정책 · 실행 승인 카드</a:t>
            </a:r>
          </a:p>
        </p:txBody>
      </p:sp>
    </p:spTree>
    <p:extLst>
      <p:ext uri="{BB962C8B-B14F-4D97-AF65-F5344CB8AC3E}">
        <p14:creationId xmlns:p14="http://schemas.microsoft.com/office/powerpoint/2010/main" val="13679398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D99E27-9D8E-4068-968C-7E647AFF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04975"/>
            <a:ext cx="6429375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fc25986b04203"/>
          <a:srcRect xmlns:a="http://schemas.openxmlformats.org/drawingml/2006/main" l="11" t="0" r="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52600"/>
            <a:ext cx="6334125" cy="3676650"/>
          </a:xfrm>
          <a:prstGeom xmlns:a="http://schemas.openxmlformats.org/drawingml/2006/main" prst="roundRect">
            <a:avLst>
              <a:gd name="adj" fmla="val 2073"/>
            </a:avLst>
          </a:prstGeom>
        </p:spPr>
      </p:pic>
      <p:sp>
        <p:nvSpPr>
          <p:cNvPr id="3" name="text-158">
            <a:extLst xmlns:a="http://schemas.openxmlformats.org/drawingml/2006/main">
              <a:ext uri="{FF2B5EF4-FFF2-40B4-BE49-F238E27FC236}">
                <a16:creationId xmlns:a16="http://schemas.microsoft.com/office/drawing/2014/main" id="{F163BCFD-2744-4AE5-A094-A4B84617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06 · 실행 환경</a:t>
            </a:r>
          </a:p>
        </p:txBody>
      </p:sp>
      <p:sp>
        <p:nvSpPr>
          <p:cNvPr id="4" name="text-159">
            <a:extLst xmlns:a="http://schemas.openxmlformats.org/drawingml/2006/main">
              <a:ext uri="{FF2B5EF4-FFF2-40B4-BE49-F238E27FC236}">
                <a16:creationId xmlns:a16="http://schemas.microsoft.com/office/drawing/2014/main" id="{D0ACA25B-7921-43A9-8C5A-B112C8C3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하네스·모델·추론·권한을 멤버별로 조합한다</a:t>
            </a:r>
          </a:p>
        </p:txBody>
      </p:sp>
      <p:sp>
        <p:nvSpPr>
          <p:cNvPr id="5" name="text-160">
            <a:extLst xmlns:a="http://schemas.openxmlformats.org/drawingml/2006/main">
              <a:ext uri="{FF2B5EF4-FFF2-40B4-BE49-F238E27FC236}">
                <a16:creationId xmlns:a16="http://schemas.microsoft.com/office/drawing/2014/main" id="{B9480D8F-86BA-4119-B8DD-7956C01E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11</a:t>
            </a:r>
          </a:p>
        </p:txBody>
      </p:sp>
      <p:sp>
        <p:nvSpPr>
          <p:cNvPr id="6" name="text-161">
            <a:extLst xmlns:a="http://schemas.openxmlformats.org/drawingml/2006/main">
              <a:ext uri="{FF2B5EF4-FFF2-40B4-BE49-F238E27FC236}">
                <a16:creationId xmlns:a16="http://schemas.microsoft.com/office/drawing/2014/main" id="{4B996016-DA0E-4C2C-A98C-624D321C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하네스</a:t>
            </a:r>
          </a:p>
        </p:txBody>
      </p:sp>
      <p:sp>
        <p:nvSpPr>
          <p:cNvPr id="7" name="text-162">
            <a:extLst xmlns:a="http://schemas.openxmlformats.org/drawingml/2006/main">
              <a:ext uri="{FF2B5EF4-FFF2-40B4-BE49-F238E27FC236}">
                <a16:creationId xmlns:a16="http://schemas.microsoft.com/office/drawing/2014/main" id="{E5B6D02D-195B-4EE9-A6C1-E9F415FE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4095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Claude Code · Codex · Cursor CLI</a:t>
            </a:r>
          </a:p>
        </p:txBody>
      </p:sp>
      <p:sp>
        <p:nvSpPr>
          <p:cNvPr id="8" name="text-163">
            <a:extLst xmlns:a="http://schemas.openxmlformats.org/drawingml/2006/main">
              <a:ext uri="{FF2B5EF4-FFF2-40B4-BE49-F238E27FC236}">
                <a16:creationId xmlns:a16="http://schemas.microsoft.com/office/drawing/2014/main" id="{DAF4DC62-2D83-4D73-B285-36F37D05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모델</a:t>
            </a:r>
          </a:p>
        </p:txBody>
      </p:sp>
      <p:sp>
        <p:nvSpPr>
          <p:cNvPr id="9" name="text-164">
            <a:extLst xmlns:a="http://schemas.openxmlformats.org/drawingml/2006/main">
              <a:ext uri="{FF2B5EF4-FFF2-40B4-BE49-F238E27FC236}">
                <a16:creationId xmlns:a16="http://schemas.microsoft.com/office/drawing/2014/main" id="{96E27F2F-89B2-42FF-AD0A-9892E34C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4095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구독 및 API 연결에 따라 카탈로그 제공</a:t>
            </a:r>
          </a:p>
        </p:txBody>
      </p:sp>
      <p:sp>
        <p:nvSpPr>
          <p:cNvPr id="10" name="text-165">
            <a:extLst xmlns:a="http://schemas.openxmlformats.org/drawingml/2006/main">
              <a:ext uri="{FF2B5EF4-FFF2-40B4-BE49-F238E27FC236}">
                <a16:creationId xmlns:a16="http://schemas.microsoft.com/office/drawing/2014/main" id="{06E0AF10-E331-49F4-914F-8B3F0EE1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052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추론</a:t>
            </a:r>
          </a:p>
        </p:txBody>
      </p:sp>
      <p:sp>
        <p:nvSpPr>
          <p:cNvPr id="11" name="text-166">
            <a:extLst xmlns:a="http://schemas.openxmlformats.org/drawingml/2006/main">
              <a:ext uri="{FF2B5EF4-FFF2-40B4-BE49-F238E27FC236}">
                <a16:creationId xmlns:a16="http://schemas.microsoft.com/office/drawing/2014/main" id="{6DDDAA0F-5702-49A3-9067-FBEC776F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095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Effort · Thinking · 토큰 예산</a:t>
            </a:r>
          </a:p>
        </p:txBody>
      </p:sp>
      <p:sp>
        <p:nvSpPr>
          <p:cNvPr id="12" name="text-167">
            <a:extLst xmlns:a="http://schemas.openxmlformats.org/drawingml/2006/main">
              <a:ext uri="{FF2B5EF4-FFF2-40B4-BE49-F238E27FC236}">
                <a16:creationId xmlns:a16="http://schemas.microsoft.com/office/drawing/2014/main" id="{F940F16B-A65D-491E-956E-EDFE3DBC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624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권한</a:t>
            </a:r>
          </a:p>
        </p:txBody>
      </p:sp>
      <p:sp>
        <p:nvSpPr>
          <p:cNvPr id="13" name="text-168">
            <a:extLst xmlns:a="http://schemas.openxmlformats.org/drawingml/2006/main">
              <a:ext uri="{FF2B5EF4-FFF2-40B4-BE49-F238E27FC236}">
                <a16:creationId xmlns:a16="http://schemas.microsoft.com/office/drawing/2014/main" id="{3B2773B9-F4D8-4640-9C21-789CA8EB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4095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Claude 모드 · Codex 샌드박스/승인</a:t>
            </a:r>
          </a:p>
        </p:txBody>
      </p:sp>
      <p:sp>
        <p:nvSpPr>
          <p:cNvPr id="14" name="shape-169">
            <a:extLst xmlns:a="http://schemas.openxmlformats.org/drawingml/2006/main">
              <a:ext uri="{FF2B5EF4-FFF2-40B4-BE49-F238E27FC236}">
                <a16:creationId xmlns:a16="http://schemas.microsoft.com/office/drawing/2014/main" id="{E4396A64-CEAF-493F-9B89-47F5F070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DA"/>
          </a:solidFill>
        </p:spPr>
      </p:sp>
      <p:sp>
        <p:nvSpPr>
          <p:cNvPr id="15" name="text-170">
            <a:extLst xmlns:a="http://schemas.openxmlformats.org/drawingml/2006/main">
              <a:ext uri="{FF2B5EF4-FFF2-40B4-BE49-F238E27FC236}">
                <a16:creationId xmlns:a16="http://schemas.microsoft.com/office/drawing/2014/main" id="{FA46D7A4-5693-4CA1-8EFA-E098E066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43550"/>
            <a:ext cx="3524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8A18"/>
                </a:solidFill>
                <a:latin typeface="Malgun Gothic"/>
                <a:ea typeface="Malgun Gothic"/>
                <a:cs typeface="Malgun Gothic"/>
              </a:defRPr>
            </a:pPr>
            <a:r>
              <a:t>교차 하네스 조합은 현재 베타 잠금</a:t>
            </a:r>
          </a:p>
        </p:txBody>
      </p:sp>
    </p:spTree>
    <p:extLst>
      <p:ext uri="{BB962C8B-B14F-4D97-AF65-F5344CB8AC3E}">
        <p14:creationId xmlns:p14="http://schemas.microsoft.com/office/powerpoint/2010/main" val="10989280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EC6F1F-B714-4035-B904-DE79C4BA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24025"/>
            <a:ext cx="695325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aef6e4a374941"/>
          <a:srcRect xmlns:a="http://schemas.openxmlformats.org/drawingml/2006/main" l="11434" t="0" r="114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71650"/>
            <a:ext cx="685800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3" name="text-171">
            <a:extLst xmlns:a="http://schemas.openxmlformats.org/drawingml/2006/main">
              <a:ext uri="{FF2B5EF4-FFF2-40B4-BE49-F238E27FC236}">
                <a16:creationId xmlns:a16="http://schemas.microsoft.com/office/drawing/2014/main" id="{2BDE4923-8043-4948-AF12-766E1087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06 · 운영</a:t>
            </a:r>
          </a:p>
        </p:txBody>
      </p:sp>
      <p:sp>
        <p:nvSpPr>
          <p:cNvPr id="4" name="text-172">
            <a:extLst xmlns:a="http://schemas.openxmlformats.org/drawingml/2006/main">
              <a:ext uri="{FF2B5EF4-FFF2-40B4-BE49-F238E27FC236}">
                <a16:creationId xmlns:a16="http://schemas.microsoft.com/office/drawing/2014/main" id="{AB557C4E-40F1-4A0E-98C5-115430AA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운영 비용과 자원 상태도 같은 화면에서 본다</a:t>
            </a:r>
          </a:p>
        </p:txBody>
      </p:sp>
      <p:sp>
        <p:nvSpPr>
          <p:cNvPr id="5" name="text-173">
            <a:extLst xmlns:a="http://schemas.openxmlformats.org/drawingml/2006/main">
              <a:ext uri="{FF2B5EF4-FFF2-40B4-BE49-F238E27FC236}">
                <a16:creationId xmlns:a16="http://schemas.microsoft.com/office/drawing/2014/main" id="{DA904DF3-67BC-4DE1-8A8C-2DC0A1E5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12</a:t>
            </a:r>
          </a:p>
        </p:txBody>
      </p:sp>
      <p:sp>
        <p:nvSpPr>
          <p:cNvPr id="6" name="shape-174">
            <a:extLst xmlns:a="http://schemas.openxmlformats.org/drawingml/2006/main">
              <a:ext uri="{FF2B5EF4-FFF2-40B4-BE49-F238E27FC236}">
                <a16:creationId xmlns:a16="http://schemas.microsoft.com/office/drawing/2014/main" id="{E4B23B46-CA39-4432-9F56-A89174A9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47850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7" name="text-175">
            <a:extLst xmlns:a="http://schemas.openxmlformats.org/drawingml/2006/main">
              <a:ext uri="{FF2B5EF4-FFF2-40B4-BE49-F238E27FC236}">
                <a16:creationId xmlns:a16="http://schemas.microsoft.com/office/drawing/2014/main" id="{4B0B651E-DF03-49FB-8183-A7265C1C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사용량</a:t>
            </a:r>
          </a:p>
        </p:txBody>
      </p:sp>
      <p:sp>
        <p:nvSpPr>
          <p:cNvPr id="8" name="text-176">
            <a:extLst xmlns:a="http://schemas.openxmlformats.org/drawingml/2006/main">
              <a:ext uri="{FF2B5EF4-FFF2-40B4-BE49-F238E27FC236}">
                <a16:creationId xmlns:a16="http://schemas.microsoft.com/office/drawing/2014/main" id="{04C07927-D309-4424-AE58-34CB5811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멤버·모델별 토큰과 추정 비용</a:t>
            </a:r>
          </a:p>
        </p:txBody>
      </p:sp>
      <p:sp>
        <p:nvSpPr>
          <p:cNvPr id="9" name="shape-177">
            <a:extLst xmlns:a="http://schemas.openxmlformats.org/drawingml/2006/main">
              <a:ext uri="{FF2B5EF4-FFF2-40B4-BE49-F238E27FC236}">
                <a16:creationId xmlns:a16="http://schemas.microsoft.com/office/drawing/2014/main" id="{AE9A4D08-368E-47B0-9560-691B663A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52725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CD4"/>
          </a:solidFill>
        </p:spPr>
      </p:sp>
      <p:sp>
        <p:nvSpPr>
          <p:cNvPr id="10" name="text-178">
            <a:extLst xmlns:a="http://schemas.openxmlformats.org/drawingml/2006/main">
              <a:ext uri="{FF2B5EF4-FFF2-40B4-BE49-F238E27FC236}">
                <a16:creationId xmlns:a16="http://schemas.microsoft.com/office/drawing/2014/main" id="{1658CDFD-B89B-4CC7-9648-4BAA5FAC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9557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유휴 슬립</a:t>
            </a:r>
          </a:p>
        </p:txBody>
      </p:sp>
      <p:sp>
        <p:nvSpPr>
          <p:cNvPr id="11" name="text-179">
            <a:extLst xmlns:a="http://schemas.openxmlformats.org/drawingml/2006/main">
              <a:ext uri="{FF2B5EF4-FFF2-40B4-BE49-F238E27FC236}">
                <a16:creationId xmlns:a16="http://schemas.microsoft.com/office/drawing/2014/main" id="{3EB2B3F0-6800-4112-906D-F2EFBE17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19425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안 쓰는 프로세스를 닫아 메모리 절약</a:t>
            </a:r>
          </a:p>
        </p:txBody>
      </p:sp>
      <p:sp>
        <p:nvSpPr>
          <p:cNvPr id="12" name="shape-180">
            <a:extLst xmlns:a="http://schemas.openxmlformats.org/drawingml/2006/main">
              <a:ext uri="{FF2B5EF4-FFF2-40B4-BE49-F238E27FC236}">
                <a16:creationId xmlns:a16="http://schemas.microsoft.com/office/drawing/2014/main" id="{A8300AD1-5183-4532-A2CE-D975D88C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CD4"/>
          </a:solidFill>
        </p:spPr>
      </p:sp>
      <p:sp>
        <p:nvSpPr>
          <p:cNvPr id="13" name="text-181">
            <a:extLst xmlns:a="http://schemas.openxmlformats.org/drawingml/2006/main">
              <a:ext uri="{FF2B5EF4-FFF2-40B4-BE49-F238E27FC236}">
                <a16:creationId xmlns:a16="http://schemas.microsoft.com/office/drawing/2014/main" id="{279030BE-1045-4EE0-8B9C-6457E425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04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MCP</a:t>
            </a:r>
          </a:p>
        </p:txBody>
      </p:sp>
      <p:sp>
        <p:nvSpPr>
          <p:cNvPr id="14" name="text-182">
            <a:extLst xmlns:a="http://schemas.openxmlformats.org/drawingml/2006/main">
              <a:ext uri="{FF2B5EF4-FFF2-40B4-BE49-F238E27FC236}">
                <a16:creationId xmlns:a16="http://schemas.microsoft.com/office/drawing/2014/main" id="{B058FA0A-640C-40B3-8133-4C852B3C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2430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서버·도구·인증·실패 상태 확인</a:t>
            </a:r>
          </a:p>
        </p:txBody>
      </p:sp>
      <p:sp>
        <p:nvSpPr>
          <p:cNvPr id="15" name="shape-183">
            <a:extLst xmlns:a="http://schemas.openxmlformats.org/drawingml/2006/main">
              <a:ext uri="{FF2B5EF4-FFF2-40B4-BE49-F238E27FC236}">
                <a16:creationId xmlns:a16="http://schemas.microsoft.com/office/drawing/2014/main" id="{6352F85D-C24B-421E-B8A4-70838EED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CD4"/>
          </a:solidFill>
        </p:spPr>
      </p:sp>
      <p:sp>
        <p:nvSpPr>
          <p:cNvPr id="16" name="text-184">
            <a:extLst xmlns:a="http://schemas.openxmlformats.org/drawingml/2006/main">
              <a:ext uri="{FF2B5EF4-FFF2-40B4-BE49-F238E27FC236}">
                <a16:creationId xmlns:a16="http://schemas.microsoft.com/office/drawing/2014/main" id="{655A9BBD-DAE4-471F-AF3A-4D4F7F62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053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Discord</a:t>
            </a:r>
          </a:p>
        </p:txBody>
      </p:sp>
      <p:sp>
        <p:nvSpPr>
          <p:cNvPr id="17" name="text-185">
            <a:extLst xmlns:a="http://schemas.openxmlformats.org/drawingml/2006/main">
              <a:ext uri="{FF2B5EF4-FFF2-40B4-BE49-F238E27FC236}">
                <a16:creationId xmlns:a16="http://schemas.microsoft.com/office/drawing/2014/main" id="{E84072A9-9332-4154-AE1E-85D5B9A0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29175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PC 밖에서 상태 확인과 메시지·이미지 전달</a:t>
            </a:r>
          </a:p>
        </p:txBody>
      </p:sp>
      <p:sp>
        <p:nvSpPr>
          <p:cNvPr id="18" name="text-186">
            <a:extLst xmlns:a="http://schemas.openxmlformats.org/drawingml/2006/main">
              <a:ext uri="{FF2B5EF4-FFF2-40B4-BE49-F238E27FC236}">
                <a16:creationId xmlns:a16="http://schemas.microsoft.com/office/drawing/2014/main" id="{975ABFAD-3F13-4FFF-8425-1398FA5B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7429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※ 비용은 정산값이 아니라 상대적인 사용 추세를 보는 추정치</a:t>
            </a:r>
          </a:p>
        </p:txBody>
      </p:sp>
    </p:spTree>
    <p:extLst>
      <p:ext uri="{BB962C8B-B14F-4D97-AF65-F5344CB8AC3E}">
        <p14:creationId xmlns:p14="http://schemas.microsoft.com/office/powerpoint/2010/main" val="12471382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87">
            <a:extLst xmlns:a="http://schemas.openxmlformats.org/drawingml/2006/main">
              <a:ext uri="{FF2B5EF4-FFF2-40B4-BE49-F238E27FC236}">
                <a16:creationId xmlns:a16="http://schemas.microsoft.com/office/drawing/2014/main" id="{D25A7CDE-9571-4FD4-8C8C-127BA89C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07 · 자동화</a:t>
            </a:r>
          </a:p>
        </p:txBody>
      </p:sp>
      <p:sp>
        <p:nvSpPr>
          <p:cNvPr id="2" name="text-188">
            <a:extLst xmlns:a="http://schemas.openxmlformats.org/drawingml/2006/main">
              <a:ext uri="{FF2B5EF4-FFF2-40B4-BE49-F238E27FC236}">
                <a16:creationId xmlns:a16="http://schemas.microsoft.com/office/drawing/2014/main" id="{99B14ECA-4C94-457C-93F0-7B4B3E8C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앱 기능 전체를 AI가 같은 경로로 조작할 수 있다</a:t>
            </a:r>
          </a:p>
        </p:txBody>
      </p:sp>
      <p:sp>
        <p:nvSpPr>
          <p:cNvPr id="3" name="text-189">
            <a:extLst xmlns:a="http://schemas.openxmlformats.org/drawingml/2006/main">
              <a:ext uri="{FF2B5EF4-FFF2-40B4-BE49-F238E27FC236}">
                <a16:creationId xmlns:a16="http://schemas.microsoft.com/office/drawing/2014/main" id="{7C782D93-E7BB-412B-B4FF-8C5DA2A0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13</a:t>
            </a:r>
          </a:p>
        </p:txBody>
      </p:sp>
      <p:sp>
        <p:nvSpPr>
          <p:cNvPr id="4" name="shape-190">
            <a:extLst xmlns:a="http://schemas.openxmlformats.org/drawingml/2006/main">
              <a:ext uri="{FF2B5EF4-FFF2-40B4-BE49-F238E27FC236}">
                <a16:creationId xmlns:a16="http://schemas.microsoft.com/office/drawing/2014/main" id="{E815F054-B5CF-4D1B-9E6B-CD720173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CD4"/>
          </a:solidFill>
        </p:spPr>
      </p:sp>
      <p:sp>
        <p:nvSpPr>
          <p:cNvPr id="5" name="shape-191">
            <a:extLst xmlns:a="http://schemas.openxmlformats.org/drawingml/2006/main">
              <a:ext uri="{FF2B5EF4-FFF2-40B4-BE49-F238E27FC236}">
                <a16:creationId xmlns:a16="http://schemas.microsoft.com/office/drawing/2014/main" id="{F8B2AFFE-EB9B-421A-A977-52B97396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CD4"/>
          </a:solidFill>
        </p:spPr>
      </p:sp>
      <p:sp>
        <p:nvSpPr>
          <p:cNvPr id="6" name="shape-192">
            <a:extLst xmlns:a="http://schemas.openxmlformats.org/drawingml/2006/main">
              <a:ext uri="{FF2B5EF4-FFF2-40B4-BE49-F238E27FC236}">
                <a16:creationId xmlns:a16="http://schemas.microsoft.com/office/drawing/2014/main" id="{B7D82396-C713-4DAA-A91E-C66B7ABF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286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5F6F8"/>
          </a:solidFill>
        </p:spPr>
      </p:sp>
      <p:sp>
        <p:nvSpPr>
          <p:cNvPr id="7" name="text-193">
            <a:extLst xmlns:a="http://schemas.openxmlformats.org/drawingml/2006/main">
              <a:ext uri="{FF2B5EF4-FFF2-40B4-BE49-F238E27FC236}">
                <a16:creationId xmlns:a16="http://schemas.microsoft.com/office/drawing/2014/main" id="{C985CCFA-E527-4069-8B15-DB94E928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286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UI</a:t>
            </a:r>
          </a:p>
        </p:txBody>
      </p:sp>
      <p:sp>
        <p:nvSpPr>
          <p:cNvPr id="8" name="text-194">
            <a:extLst xmlns:a="http://schemas.openxmlformats.org/drawingml/2006/main">
              <a:ext uri="{FF2B5EF4-FFF2-40B4-BE49-F238E27FC236}">
                <a16:creationId xmlns:a16="http://schemas.microsoft.com/office/drawing/2014/main" id="{BD03BB8B-2681-475A-BBE3-165EA6B5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사람이 사용하는 화면</a:t>
            </a:r>
          </a:p>
        </p:txBody>
      </p:sp>
      <p:sp>
        <p:nvSpPr>
          <p:cNvPr id="9" name="shape-195">
            <a:extLst xmlns:a="http://schemas.openxmlformats.org/drawingml/2006/main">
              <a:ext uri="{FF2B5EF4-FFF2-40B4-BE49-F238E27FC236}">
                <a16:creationId xmlns:a16="http://schemas.microsoft.com/office/drawing/2014/main" id="{E1CC4F13-5A1E-4FFD-B99C-F537DEC3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30480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11318"/>
          </a:solidFill>
        </p:spPr>
      </p:sp>
      <p:sp>
        <p:nvSpPr>
          <p:cNvPr id="10" name="text-196">
            <a:extLst xmlns:a="http://schemas.openxmlformats.org/drawingml/2006/main">
              <a:ext uri="{FF2B5EF4-FFF2-40B4-BE49-F238E27FC236}">
                <a16:creationId xmlns:a16="http://schemas.microsoft.com/office/drawing/2014/main" id="{9439A908-F704-402B-8A8C-26C8D759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304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D2Coding"/>
                <a:ea typeface="D2Coding"/>
                <a:cs typeface="D2Coding"/>
              </a:defRPr>
            </a:pPr>
            <a:r>
              <a:t>AppController</a:t>
            </a:r>
          </a:p>
        </p:txBody>
      </p:sp>
      <p:sp>
        <p:nvSpPr>
          <p:cNvPr id="11" name="text-197">
            <a:extLst xmlns:a="http://schemas.openxmlformats.org/drawingml/2006/main">
              <a:ext uri="{FF2B5EF4-FFF2-40B4-BE49-F238E27FC236}">
                <a16:creationId xmlns:a16="http://schemas.microsoft.com/office/drawing/2014/main" id="{65697C4C-1D13-46B3-9E73-CCE778E4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DE1E8"/>
                </a:solidFill>
                <a:latin typeface="Malgun Gothic"/>
                <a:ea typeface="Malgun Gothic"/>
                <a:cs typeface="Malgun Gothic"/>
              </a:defRPr>
            </a:pPr>
            <a:r>
              <a:t>동일한 애플리케이션 로직</a:t>
            </a:r>
          </a:p>
        </p:txBody>
      </p:sp>
      <p:sp>
        <p:nvSpPr>
          <p:cNvPr id="12" name="shape-198">
            <a:extLst xmlns:a="http://schemas.openxmlformats.org/drawingml/2006/main">
              <a:ext uri="{FF2B5EF4-FFF2-40B4-BE49-F238E27FC236}">
                <a16:creationId xmlns:a16="http://schemas.microsoft.com/office/drawing/2014/main" id="{C7319E1C-DCD6-4D98-AB41-E770A180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2286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13" name="text-199">
            <a:extLst xmlns:a="http://schemas.openxmlformats.org/drawingml/2006/main">
              <a:ext uri="{FF2B5EF4-FFF2-40B4-BE49-F238E27FC236}">
                <a16:creationId xmlns:a16="http://schemas.microsoft.com/office/drawing/2014/main" id="{EEC01FC3-B86F-40C3-9883-3DAB0BA1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2286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318"/>
                </a:solidFill>
                <a:latin typeface="D2Coding"/>
                <a:ea typeface="D2Coding"/>
                <a:cs typeface="D2Coding"/>
              </a:defRPr>
            </a:pPr>
            <a:r>
              <a:t>HTTP API</a:t>
            </a:r>
          </a:p>
        </p:txBody>
      </p:sp>
      <p:sp>
        <p:nvSpPr>
          <p:cNvPr id="14" name="text-200">
            <a:extLst xmlns:a="http://schemas.openxmlformats.org/drawingml/2006/main">
              <a:ext uri="{FF2B5EF4-FFF2-40B4-BE49-F238E27FC236}">
                <a16:creationId xmlns:a16="http://schemas.microsoft.com/office/drawing/2014/main" id="{6A9AFE36-AD0D-4E6E-9180-CC306D92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AI·E2E·진단</a:t>
            </a:r>
          </a:p>
        </p:txBody>
      </p:sp>
      <p:sp>
        <p:nvSpPr>
          <p:cNvPr id="15" name="shape-201">
            <a:extLst xmlns:a="http://schemas.openxmlformats.org/drawingml/2006/main">
              <a:ext uri="{FF2B5EF4-FFF2-40B4-BE49-F238E27FC236}">
                <a16:creationId xmlns:a16="http://schemas.microsoft.com/office/drawing/2014/main" id="{32611BC6-6687-4BB5-AB45-2C02BDC4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2400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6F8"/>
          </a:solidFill>
        </p:spPr>
      </p:sp>
      <p:sp>
        <p:nvSpPr>
          <p:cNvPr id="16" name="text-202">
            <a:extLst xmlns:a="http://schemas.openxmlformats.org/drawingml/2006/main">
              <a:ext uri="{FF2B5EF4-FFF2-40B4-BE49-F238E27FC236}">
                <a16:creationId xmlns:a16="http://schemas.microsoft.com/office/drawing/2014/main" id="{C78D9759-24D3-4283-9450-AC4498B2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파티·멤버 구성</a:t>
            </a:r>
          </a:p>
        </p:txBody>
      </p:sp>
      <p:sp>
        <p:nvSpPr>
          <p:cNvPr id="17" name="shape-203">
            <a:extLst xmlns:a="http://schemas.openxmlformats.org/drawingml/2006/main">
              <a:ext uri="{FF2B5EF4-FFF2-40B4-BE49-F238E27FC236}">
                <a16:creationId xmlns:a16="http://schemas.microsoft.com/office/drawing/2014/main" id="{974E5C74-857B-4EE0-9758-1E451AA7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53000"/>
            <a:ext cx="2400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6F8"/>
          </a:solidFill>
        </p:spPr>
      </p:sp>
      <p:sp>
        <p:nvSpPr>
          <p:cNvPr id="18" name="text-204">
            <a:extLst xmlns:a="http://schemas.openxmlformats.org/drawingml/2006/main">
              <a:ext uri="{FF2B5EF4-FFF2-40B4-BE49-F238E27FC236}">
                <a16:creationId xmlns:a16="http://schemas.microsoft.com/office/drawing/2014/main" id="{D532D3ED-D19E-473E-A560-E19E2DB9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8160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상태·로그 진단</a:t>
            </a:r>
          </a:p>
        </p:txBody>
      </p:sp>
      <p:sp>
        <p:nvSpPr>
          <p:cNvPr id="19" name="shape-205">
            <a:extLst xmlns:a="http://schemas.openxmlformats.org/drawingml/2006/main">
              <a:ext uri="{FF2B5EF4-FFF2-40B4-BE49-F238E27FC236}">
                <a16:creationId xmlns:a16="http://schemas.microsoft.com/office/drawing/2014/main" id="{136C28EE-24FA-4496-AC7B-54B287F3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53000"/>
            <a:ext cx="2400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20" name="text-206">
            <a:extLst xmlns:a="http://schemas.openxmlformats.org/drawingml/2006/main">
              <a:ext uri="{FF2B5EF4-FFF2-40B4-BE49-F238E27FC236}">
                <a16:creationId xmlns:a16="http://schemas.microsoft.com/office/drawing/2014/main" id="{AAB74532-5FD8-4A96-B794-831BB2BD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8160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실제 앱 E2E QA</a:t>
            </a:r>
          </a:p>
        </p:txBody>
      </p:sp>
      <p:sp>
        <p:nvSpPr>
          <p:cNvPr id="21" name="shape-207">
            <a:extLst xmlns:a="http://schemas.openxmlformats.org/drawingml/2006/main">
              <a:ext uri="{FF2B5EF4-FFF2-40B4-BE49-F238E27FC236}">
                <a16:creationId xmlns:a16="http://schemas.microsoft.com/office/drawing/2014/main" id="{7EB6B692-4C1F-4064-BB1D-CF3610C0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2400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6F8"/>
          </a:solidFill>
        </p:spPr>
      </p:sp>
      <p:sp>
        <p:nvSpPr>
          <p:cNvPr id="22" name="text-208">
            <a:extLst xmlns:a="http://schemas.openxmlformats.org/drawingml/2006/main">
              <a:ext uri="{FF2B5EF4-FFF2-40B4-BE49-F238E27FC236}">
                <a16:creationId xmlns:a16="http://schemas.microsoft.com/office/drawing/2014/main" id="{49B413CC-EB09-4693-AA3F-CF8BFED7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8160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화면 캡처와 판단</a:t>
            </a:r>
          </a:p>
        </p:txBody>
      </p:sp>
    </p:spTree>
    <p:extLst>
      <p:ext uri="{BB962C8B-B14F-4D97-AF65-F5344CB8AC3E}">
        <p14:creationId xmlns:p14="http://schemas.microsoft.com/office/powerpoint/2010/main" val="5175780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209">
            <a:extLst xmlns:a="http://schemas.openxmlformats.org/drawingml/2006/main">
              <a:ext uri="{FF2B5EF4-FFF2-40B4-BE49-F238E27FC236}">
                <a16:creationId xmlns:a16="http://schemas.microsoft.com/office/drawing/2014/main" id="{129CC7DE-198B-44BD-987F-93155B0F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08 · 회고</a:t>
            </a:r>
          </a:p>
        </p:txBody>
      </p:sp>
      <p:sp>
        <p:nvSpPr>
          <p:cNvPr id="2" name="text-210">
            <a:extLst xmlns:a="http://schemas.openxmlformats.org/drawingml/2006/main">
              <a:ext uri="{FF2B5EF4-FFF2-40B4-BE49-F238E27FC236}">
                <a16:creationId xmlns:a16="http://schemas.microsoft.com/office/drawing/2014/main" id="{6D17A409-4B51-4BE0-85A6-F4E191B7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품질은 좋아졌지만, 조율 비용은 공짜가 아니었다</a:t>
            </a:r>
          </a:p>
        </p:txBody>
      </p:sp>
      <p:sp>
        <p:nvSpPr>
          <p:cNvPr id="3" name="text-211">
            <a:extLst xmlns:a="http://schemas.openxmlformats.org/drawingml/2006/main">
              <a:ext uri="{FF2B5EF4-FFF2-40B4-BE49-F238E27FC236}">
                <a16:creationId xmlns:a16="http://schemas.microsoft.com/office/drawing/2014/main" id="{6B109CBD-EF80-4BA9-BE21-E659ADC0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14</a:t>
            </a:r>
          </a:p>
        </p:txBody>
      </p:sp>
      <p:sp>
        <p:nvSpPr>
          <p:cNvPr id="4" name="shape-212">
            <a:extLst xmlns:a="http://schemas.openxmlformats.org/drawingml/2006/main">
              <a:ext uri="{FF2B5EF4-FFF2-40B4-BE49-F238E27FC236}">
                <a16:creationId xmlns:a16="http://schemas.microsoft.com/office/drawing/2014/main" id="{BB540B87-72E0-45FF-A1A1-B073174B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3340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5" name="shape-213">
            <a:extLst xmlns:a="http://schemas.openxmlformats.org/drawingml/2006/main">
              <a:ext uri="{FF2B5EF4-FFF2-40B4-BE49-F238E27FC236}">
                <a16:creationId xmlns:a16="http://schemas.microsoft.com/office/drawing/2014/main" id="{2BB63ECA-27D6-4521-8FA7-A3D21D91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57150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2DA"/>
          </a:solidFill>
        </p:spPr>
      </p:sp>
      <p:sp>
        <p:nvSpPr>
          <p:cNvPr id="6" name="text-214">
            <a:extLst xmlns:a="http://schemas.openxmlformats.org/drawingml/2006/main">
              <a:ext uri="{FF2B5EF4-FFF2-40B4-BE49-F238E27FC236}">
                <a16:creationId xmlns:a16="http://schemas.microsoft.com/office/drawing/2014/main" id="{997FBCC5-4C1E-48BF-A4C7-42BFC89D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447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4FBA"/>
                </a:solidFill>
                <a:latin typeface="Malgun Gothic"/>
                <a:ea typeface="Malgun Gothic"/>
                <a:cs typeface="Malgun Gothic"/>
              </a:defRPr>
            </a:pPr>
            <a:r>
              <a:t>분명했던 효과</a:t>
            </a:r>
          </a:p>
        </p:txBody>
      </p:sp>
      <p:sp>
        <p:nvSpPr>
          <p:cNvPr id="7" name="shape-215">
            <a:extLst xmlns:a="http://schemas.openxmlformats.org/drawingml/2006/main">
              <a:ext uri="{FF2B5EF4-FFF2-40B4-BE49-F238E27FC236}">
                <a16:creationId xmlns:a16="http://schemas.microsoft.com/office/drawing/2014/main" id="{63F52097-9A7D-40A3-8108-6F068DCF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8" name="text-216">
            <a:extLst xmlns:a="http://schemas.openxmlformats.org/drawingml/2006/main">
              <a:ext uri="{FF2B5EF4-FFF2-40B4-BE49-F238E27FC236}">
                <a16:creationId xmlns:a16="http://schemas.microsoft.com/office/drawing/2014/main" id="{8CC38ACF-1D48-441E-9614-CF39E42F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424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요구사항과 미결 사항의 누락 감소</a:t>
            </a:r>
          </a:p>
        </p:txBody>
      </p:sp>
      <p:sp>
        <p:nvSpPr>
          <p:cNvPr id="9" name="shape-217">
            <a:extLst xmlns:a="http://schemas.openxmlformats.org/drawingml/2006/main">
              <a:ext uri="{FF2B5EF4-FFF2-40B4-BE49-F238E27FC236}">
                <a16:creationId xmlns:a16="http://schemas.microsoft.com/office/drawing/2014/main" id="{8DC774ED-21CE-4507-8AF2-A2641044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0" name="text-218">
            <a:extLst xmlns:a="http://schemas.openxmlformats.org/drawingml/2006/main">
              <a:ext uri="{FF2B5EF4-FFF2-40B4-BE49-F238E27FC236}">
                <a16:creationId xmlns:a16="http://schemas.microsoft.com/office/drawing/2014/main" id="{64B3E661-C1C8-4A2C-B189-E9660E16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424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역할별로 더 깊은 조사와 판단</a:t>
            </a:r>
          </a:p>
        </p:txBody>
      </p:sp>
      <p:sp>
        <p:nvSpPr>
          <p:cNvPr id="11" name="shape-219">
            <a:extLst xmlns:a="http://schemas.openxmlformats.org/drawingml/2006/main">
              <a:ext uri="{FF2B5EF4-FFF2-40B4-BE49-F238E27FC236}">
                <a16:creationId xmlns:a16="http://schemas.microsoft.com/office/drawing/2014/main" id="{D1EBE989-569E-4651-991E-387103CF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2" name="text-220">
            <a:extLst xmlns:a="http://schemas.openxmlformats.org/drawingml/2006/main">
              <a:ext uri="{FF2B5EF4-FFF2-40B4-BE49-F238E27FC236}">
                <a16:creationId xmlns:a16="http://schemas.microsoft.com/office/drawing/2014/main" id="{88F74F6C-8F71-4763-A771-9BBE418D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24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작업 단계와 담당자의 가시성 향상</a:t>
            </a:r>
          </a:p>
        </p:txBody>
      </p:sp>
      <p:sp>
        <p:nvSpPr>
          <p:cNvPr id="13" name="text-221">
            <a:extLst xmlns:a="http://schemas.openxmlformats.org/drawingml/2006/main">
              <a:ext uri="{FF2B5EF4-FFF2-40B4-BE49-F238E27FC236}">
                <a16:creationId xmlns:a16="http://schemas.microsoft.com/office/drawing/2014/main" id="{818AAE20-59E0-40F1-B699-7D9D7A97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8A18"/>
                </a:solidFill>
                <a:latin typeface="Malgun Gothic"/>
                <a:ea typeface="Malgun Gothic"/>
                <a:cs typeface="Malgun Gothic"/>
              </a:defRPr>
            </a:pPr>
            <a:r>
              <a:t>함께 생긴 비용</a:t>
            </a:r>
          </a:p>
        </p:txBody>
      </p:sp>
      <p:sp>
        <p:nvSpPr>
          <p:cNvPr id="14" name="shape-222">
            <a:extLst xmlns:a="http://schemas.openxmlformats.org/drawingml/2006/main">
              <a:ext uri="{FF2B5EF4-FFF2-40B4-BE49-F238E27FC236}">
                <a16:creationId xmlns:a16="http://schemas.microsoft.com/office/drawing/2014/main" id="{99BD143F-BEDD-42B5-89C5-E07558B6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5" name="text-223">
            <a:extLst xmlns:a="http://schemas.openxmlformats.org/drawingml/2006/main">
              <a:ext uri="{FF2B5EF4-FFF2-40B4-BE49-F238E27FC236}">
                <a16:creationId xmlns:a16="http://schemas.microsoft.com/office/drawing/2014/main" id="{5CA0AACE-2F9F-45EA-819B-C3881030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33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단일 세션보다 더 많은 시간과 토큰</a:t>
            </a:r>
          </a:p>
        </p:txBody>
      </p:sp>
      <p:sp>
        <p:nvSpPr>
          <p:cNvPr id="16" name="shape-224">
            <a:extLst xmlns:a="http://schemas.openxmlformats.org/drawingml/2006/main">
              <a:ext uri="{FF2B5EF4-FFF2-40B4-BE49-F238E27FC236}">
                <a16:creationId xmlns:a16="http://schemas.microsoft.com/office/drawing/2014/main" id="{FD34F053-C0EA-40F8-9AFD-41F12101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7" name="text-225">
            <a:extLst xmlns:a="http://schemas.openxmlformats.org/drawingml/2006/main">
              <a:ext uri="{FF2B5EF4-FFF2-40B4-BE49-F238E27FC236}">
                <a16:creationId xmlns:a16="http://schemas.microsoft.com/office/drawing/2014/main" id="{1460F413-B581-46C8-897E-9EFECD99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48050"/>
            <a:ext cx="4533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재전송·메시지 교차·중복 작업</a:t>
            </a:r>
          </a:p>
        </p:txBody>
      </p:sp>
      <p:sp>
        <p:nvSpPr>
          <p:cNvPr id="18" name="shape-226">
            <a:extLst xmlns:a="http://schemas.openxmlformats.org/drawingml/2006/main">
              <a:ext uri="{FF2B5EF4-FFF2-40B4-BE49-F238E27FC236}">
                <a16:creationId xmlns:a16="http://schemas.microsoft.com/office/drawing/2014/main" id="{90CC85E5-80B6-4466-A0FA-752221CC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19" name="text-227">
            <a:extLst xmlns:a="http://schemas.openxmlformats.org/drawingml/2006/main">
              <a:ext uri="{FF2B5EF4-FFF2-40B4-BE49-F238E27FC236}">
                <a16:creationId xmlns:a16="http://schemas.microsoft.com/office/drawing/2014/main" id="{6931C762-1C8F-4DAB-AAB2-8BDFBBDB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533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역할 경계가 흐려질 때 오판 증폭</a:t>
            </a:r>
          </a:p>
        </p:txBody>
      </p:sp>
      <p:sp>
        <p:nvSpPr>
          <p:cNvPr id="20" name="text-228">
            <a:extLst xmlns:a="http://schemas.openxmlformats.org/drawingml/2006/main">
              <a:ext uri="{FF2B5EF4-FFF2-40B4-BE49-F238E27FC236}">
                <a16:creationId xmlns:a16="http://schemas.microsoft.com/office/drawing/2014/main" id="{537C46B5-C229-46DE-B21C-3D10E1B3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짧고 명확한 일은 단일 세션이 낫다</a:t>
            </a:r>
          </a:p>
        </p:txBody>
      </p:sp>
      <p:sp>
        <p:nvSpPr>
          <p:cNvPr id="21" name="text-229">
            <a:extLst xmlns:a="http://schemas.openxmlformats.org/drawingml/2006/main">
              <a:ext uri="{FF2B5EF4-FFF2-40B4-BE49-F238E27FC236}">
                <a16:creationId xmlns:a16="http://schemas.microsoft.com/office/drawing/2014/main" id="{36B50C30-609B-47FE-858D-600F75E2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0550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복잡하고 장기적인 일에서 가치가 커진다</a:t>
            </a:r>
          </a:p>
        </p:txBody>
      </p:sp>
    </p:spTree>
    <p:extLst>
      <p:ext uri="{BB962C8B-B14F-4D97-AF65-F5344CB8AC3E}">
        <p14:creationId xmlns:p14="http://schemas.microsoft.com/office/powerpoint/2010/main" val="2854278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230">
            <a:extLst xmlns:a="http://schemas.openxmlformats.org/drawingml/2006/main">
              <a:ext uri="{FF2B5EF4-FFF2-40B4-BE49-F238E27FC236}">
                <a16:creationId xmlns:a16="http://schemas.microsoft.com/office/drawing/2014/main" id="{EE1CEAB8-47C9-4C65-BFCC-873ED902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342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7DF3"/>
                </a:solidFill>
                <a:latin typeface="Malgun Gothic"/>
                <a:ea typeface="Malgun Gothic"/>
                <a:cs typeface="Malgun Gothic"/>
              </a:defRPr>
            </a:pPr>
            <a:r>
              <a:t>AgentParty</a:t>
            </a:r>
          </a:p>
        </p:txBody>
      </p:sp>
      <p:sp>
        <p:nvSpPr>
          <p:cNvPr id="2" name="text-231">
            <a:extLst xmlns:a="http://schemas.openxmlformats.org/drawingml/2006/main">
              <a:ext uri="{FF2B5EF4-FFF2-40B4-BE49-F238E27FC236}">
                <a16:creationId xmlns:a16="http://schemas.microsoft.com/office/drawing/2014/main" id="{927C36BB-9D7A-47ED-AE73-7701F029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572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여러 AI를 동시에 실행하는 앱이 아니라,</a:t>
            </a:r>
          </a:p>
        </p:txBody>
      </p:sp>
      <p:sp>
        <p:nvSpPr>
          <p:cNvPr id="3" name="text-232">
            <a:extLst xmlns:a="http://schemas.openxmlformats.org/drawingml/2006/main">
              <a:ext uri="{FF2B5EF4-FFF2-40B4-BE49-F238E27FC236}">
                <a16:creationId xmlns:a16="http://schemas.microsoft.com/office/drawing/2014/main" id="{2426093E-45CD-486A-A0A7-595B515A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0668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t>역할과 컨텍스트를 분리하고
서로 직접 협업하게 만드는
AI 개발 워크벤치</a:t>
            </a:r>
          </a:p>
        </p:txBody>
      </p:sp>
      <p:sp>
        <p:nvSpPr>
          <p:cNvPr id="4" name="shape-233">
            <a:extLst xmlns:a="http://schemas.openxmlformats.org/drawingml/2006/main">
              <a:ext uri="{FF2B5EF4-FFF2-40B4-BE49-F238E27FC236}">
                <a16:creationId xmlns:a16="http://schemas.microsoft.com/office/drawing/2014/main" id="{62305BA7-DF03-4476-B34D-0542FE34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F3"/>
          </a:solidFill>
        </p:spPr>
      </p:sp>
      <p:sp>
        <p:nvSpPr>
          <p:cNvPr id="5" name="text-234">
            <a:extLst xmlns:a="http://schemas.openxmlformats.org/drawingml/2006/main">
              <a:ext uri="{FF2B5EF4-FFF2-40B4-BE49-F238E27FC236}">
                <a16:creationId xmlns:a16="http://schemas.microsoft.com/office/drawing/2014/main" id="{BDE79F49-5843-42C6-96D4-A5E1D054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28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73"/>
                </a:solidFill>
                <a:latin typeface="Malgun Gothic"/>
                <a:ea typeface="Malgun Gothic"/>
                <a:cs typeface="Malgun Gothic"/>
              </a:defRPr>
            </a:pPr>
            <a:r>
              <a:t>좋은 파티는 멤버 수가 아니라 명확한 역할과 통제로 만들어진다.</a:t>
            </a:r>
          </a:p>
        </p:txBody>
      </p:sp>
    </p:spTree>
    <p:extLst>
      <p:ext uri="{BB962C8B-B14F-4D97-AF65-F5344CB8AC3E}">
        <p14:creationId xmlns:p14="http://schemas.microsoft.com/office/powerpoint/2010/main" val="1363943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2026-08-13T14:40:07.8300000Z</dcterms:created>
  <dcterms:modified xsi:type="dcterms:W3CDTF">2026-08-13T14:40:07.8300000Z</dcterms:modified>
</coreProperties>
</file>